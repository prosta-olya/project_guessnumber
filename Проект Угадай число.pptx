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6" r:id="rId4"/>
    <p:sldId id="301" r:id="rId5"/>
    <p:sldId id="300" r:id="rId6"/>
    <p:sldId id="303" r:id="rId7"/>
    <p:sldId id="263" r:id="rId8"/>
    <p:sldId id="302" r:id="rId9"/>
  </p:sldIdLst>
  <p:sldSz cx="9144000" cy="5143500" type="screen16x9"/>
  <p:notesSz cx="6858000" cy="9144000"/>
  <p:embeddedFontLst>
    <p:embeddedFont>
      <p:font typeface="Fira Code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858"/>
  </p:clrMru>
</p:presentationPr>
</file>

<file path=ppt/tableStyles.xml><?xml version="1.0" encoding="utf-8"?>
<a:tblStyleLst xmlns:a="http://schemas.openxmlformats.org/drawingml/2006/main" def="{174F8629-A3C9-4514-AD4B-942D88EDA4E2}">
  <a:tblStyle styleId="{174F8629-A3C9-4514-AD4B-942D88EDA4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562" y="-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e7b3cc9d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e7b3cc9d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8" r:id="rId5"/>
    <p:sldLayoutId id="2147483665" r:id="rId6"/>
    <p:sldLayoutId id="2147483669" r:id="rId7"/>
    <p:sldLayoutId id="2147483670" r:id="rId8"/>
    <p:sldLayoutId id="214748367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Проект</a:t>
            </a:r>
            <a:r>
              <a:rPr lang="en" dirty="0" smtClean="0"/>
              <a:t> </a:t>
            </a:r>
            <a:r>
              <a:rPr lang="en" dirty="0" smtClean="0">
                <a:solidFill>
                  <a:schemeClr val="accent2"/>
                </a:solidFill>
              </a:rPr>
              <a:t>‘</a:t>
            </a:r>
            <a:r>
              <a:rPr lang="ru-RU" dirty="0" smtClean="0">
                <a:solidFill>
                  <a:schemeClr val="accent2"/>
                </a:solidFill>
              </a:rPr>
              <a:t>Угадай число</a:t>
            </a:r>
            <a:r>
              <a:rPr lang="en" dirty="0" smtClean="0">
                <a:solidFill>
                  <a:schemeClr val="accent2"/>
                </a:solidFill>
              </a:rPr>
              <a:t>’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195736" y="2787774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ru-RU" dirty="0" smtClean="0"/>
              <a:t>Студентки группы Пр-31</a:t>
            </a:r>
            <a:r>
              <a:rPr lang="en" dirty="0" smtClean="0"/>
              <a:t>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63688" y="185167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chemeClr val="accent6"/>
                </a:solidFill>
              </a:rPr>
              <a:t>[</a:t>
            </a:r>
            <a:r>
              <a:rPr lang="ru-RU" sz="2400" dirty="0" smtClean="0">
                <a:solidFill>
                  <a:schemeClr val="accent1"/>
                </a:solidFill>
              </a:rPr>
              <a:t>Проект выполнили </a:t>
            </a:r>
            <a:endParaRPr lang="en-US" sz="2400" dirty="0" smtClean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solidFill>
                  <a:schemeClr val="lt2"/>
                </a:solidFill>
              </a:rPr>
              <a:t>Сивер Ольга и Юнгман Кристина</a:t>
            </a:r>
            <a:r>
              <a:rPr lang="en" sz="2400" dirty="0" smtClean="0">
                <a:solidFill>
                  <a:schemeClr val="accent6"/>
                </a:solidFill>
              </a:rPr>
              <a:t>] </a:t>
            </a:r>
            <a:endParaRPr sz="2400"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server</a:t>
            </a:r>
            <a:r>
              <a:rPr lang="en" sz="1400" dirty="0" smtClean="0">
                <a:solidFill>
                  <a:schemeClr val="accent3"/>
                </a:solidFill>
              </a:rPr>
              <a:t>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1400" dirty="0" smtClean="0"/>
              <a:t>client.cpp</a:t>
            </a:r>
            <a:endParaRPr lang="en-US" sz="1400" dirty="0"/>
          </a:p>
        </p:txBody>
      </p:sp>
      <p:grpSp>
        <p:nvGrpSpPr>
          <p:cNvPr id="11" name="Google Shape;12642;p65"/>
          <p:cNvGrpSpPr/>
          <p:nvPr/>
        </p:nvGrpSpPr>
        <p:grpSpPr>
          <a:xfrm>
            <a:off x="7455583" y="3363838"/>
            <a:ext cx="1148865" cy="1208013"/>
            <a:chOff x="7521454" y="2906139"/>
            <a:chExt cx="359651" cy="371013"/>
          </a:xfrm>
        </p:grpSpPr>
        <p:sp>
          <p:nvSpPr>
            <p:cNvPr id="12" name="Google Shape;12643;p65"/>
            <p:cNvSpPr/>
            <p:nvPr/>
          </p:nvSpPr>
          <p:spPr>
            <a:xfrm>
              <a:off x="7614677" y="3138830"/>
              <a:ext cx="79983" cy="138322"/>
            </a:xfrm>
            <a:custGeom>
              <a:avLst/>
              <a:gdLst/>
              <a:ahLst/>
              <a:cxnLst/>
              <a:rect l="l" t="t" r="r" b="b"/>
              <a:pathLst>
                <a:path w="2513" h="4346" extrusionOk="0">
                  <a:moveTo>
                    <a:pt x="1429" y="345"/>
                  </a:moveTo>
                  <a:cubicBezTo>
                    <a:pt x="1643" y="345"/>
                    <a:pt x="1798" y="512"/>
                    <a:pt x="1798" y="715"/>
                  </a:cubicBezTo>
                  <a:lnTo>
                    <a:pt x="1798" y="1084"/>
                  </a:lnTo>
                  <a:cubicBezTo>
                    <a:pt x="1798" y="1405"/>
                    <a:pt x="1548" y="1655"/>
                    <a:pt x="1251" y="1655"/>
                  </a:cubicBezTo>
                  <a:cubicBezTo>
                    <a:pt x="941" y="1655"/>
                    <a:pt x="691" y="1393"/>
                    <a:pt x="691" y="1084"/>
                  </a:cubicBezTo>
                  <a:lnTo>
                    <a:pt x="691" y="715"/>
                  </a:lnTo>
                  <a:cubicBezTo>
                    <a:pt x="691" y="512"/>
                    <a:pt x="846" y="345"/>
                    <a:pt x="1060" y="345"/>
                  </a:cubicBezTo>
                  <a:close/>
                  <a:moveTo>
                    <a:pt x="1429" y="1988"/>
                  </a:moveTo>
                  <a:lnTo>
                    <a:pt x="1429" y="2072"/>
                  </a:lnTo>
                  <a:cubicBezTo>
                    <a:pt x="1429" y="2131"/>
                    <a:pt x="1441" y="2191"/>
                    <a:pt x="1477" y="2250"/>
                  </a:cubicBezTo>
                  <a:lnTo>
                    <a:pt x="1251" y="2489"/>
                  </a:lnTo>
                  <a:lnTo>
                    <a:pt x="1239" y="2489"/>
                  </a:lnTo>
                  <a:lnTo>
                    <a:pt x="1000" y="2250"/>
                  </a:lnTo>
                  <a:cubicBezTo>
                    <a:pt x="1024" y="2191"/>
                    <a:pt x="1048" y="2131"/>
                    <a:pt x="1048" y="2072"/>
                  </a:cubicBezTo>
                  <a:lnTo>
                    <a:pt x="1048" y="1988"/>
                  </a:lnTo>
                  <a:close/>
                  <a:moveTo>
                    <a:pt x="1072" y="0"/>
                  </a:moveTo>
                  <a:cubicBezTo>
                    <a:pt x="667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12" y="1655"/>
                    <a:pt x="727" y="1822"/>
                  </a:cubicBezTo>
                  <a:lnTo>
                    <a:pt x="727" y="2072"/>
                  </a:lnTo>
                  <a:lnTo>
                    <a:pt x="727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72" y="4346"/>
                    <a:pt x="167" y="4346"/>
                  </a:cubicBezTo>
                  <a:cubicBezTo>
                    <a:pt x="250" y="4346"/>
                    <a:pt x="322" y="4274"/>
                    <a:pt x="322" y="4179"/>
                  </a:cubicBezTo>
                  <a:lnTo>
                    <a:pt x="322" y="2774"/>
                  </a:lnTo>
                  <a:cubicBezTo>
                    <a:pt x="322" y="2691"/>
                    <a:pt x="369" y="2631"/>
                    <a:pt x="429" y="2596"/>
                  </a:cubicBezTo>
                  <a:lnTo>
                    <a:pt x="727" y="2441"/>
                  </a:lnTo>
                  <a:lnTo>
                    <a:pt x="1000" y="2715"/>
                  </a:lnTo>
                  <a:cubicBezTo>
                    <a:pt x="1072" y="2786"/>
                    <a:pt x="1155" y="2810"/>
                    <a:pt x="1251" y="2810"/>
                  </a:cubicBezTo>
                  <a:cubicBezTo>
                    <a:pt x="1334" y="2810"/>
                    <a:pt x="1429" y="2786"/>
                    <a:pt x="1501" y="2715"/>
                  </a:cubicBezTo>
                  <a:lnTo>
                    <a:pt x="1774" y="2441"/>
                  </a:lnTo>
                  <a:lnTo>
                    <a:pt x="2072" y="2596"/>
                  </a:lnTo>
                  <a:cubicBezTo>
                    <a:pt x="2132" y="2619"/>
                    <a:pt x="2179" y="2691"/>
                    <a:pt x="2179" y="2774"/>
                  </a:cubicBezTo>
                  <a:lnTo>
                    <a:pt x="2179" y="4179"/>
                  </a:lnTo>
                  <a:cubicBezTo>
                    <a:pt x="2179" y="4274"/>
                    <a:pt x="2251" y="4346"/>
                    <a:pt x="2334" y="4346"/>
                  </a:cubicBezTo>
                  <a:cubicBezTo>
                    <a:pt x="2429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13" y="2572"/>
                    <a:pt x="2394" y="2381"/>
                    <a:pt x="2215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3" y="1655"/>
                    <a:pt x="2155" y="1381"/>
                    <a:pt x="2155" y="1084"/>
                  </a:cubicBezTo>
                  <a:lnTo>
                    <a:pt x="2155" y="715"/>
                  </a:lnTo>
                  <a:cubicBezTo>
                    <a:pt x="2155" y="310"/>
                    <a:pt x="1834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644;p65"/>
            <p:cNvSpPr/>
            <p:nvPr/>
          </p:nvSpPr>
          <p:spPr>
            <a:xfrm>
              <a:off x="7707518" y="3138830"/>
              <a:ext cx="79983" cy="138322"/>
            </a:xfrm>
            <a:custGeom>
              <a:avLst/>
              <a:gdLst/>
              <a:ahLst/>
              <a:cxnLst/>
              <a:rect l="l" t="t" r="r" b="b"/>
              <a:pathLst>
                <a:path w="2513" h="4346" extrusionOk="0">
                  <a:moveTo>
                    <a:pt x="1429" y="345"/>
                  </a:moveTo>
                  <a:cubicBezTo>
                    <a:pt x="1643" y="345"/>
                    <a:pt x="1798" y="512"/>
                    <a:pt x="1798" y="715"/>
                  </a:cubicBezTo>
                  <a:lnTo>
                    <a:pt x="1798" y="1084"/>
                  </a:lnTo>
                  <a:cubicBezTo>
                    <a:pt x="1822" y="1405"/>
                    <a:pt x="1560" y="1655"/>
                    <a:pt x="1251" y="1655"/>
                  </a:cubicBezTo>
                  <a:cubicBezTo>
                    <a:pt x="941" y="1655"/>
                    <a:pt x="691" y="1393"/>
                    <a:pt x="691" y="1084"/>
                  </a:cubicBezTo>
                  <a:lnTo>
                    <a:pt x="691" y="715"/>
                  </a:lnTo>
                  <a:cubicBezTo>
                    <a:pt x="691" y="512"/>
                    <a:pt x="846" y="345"/>
                    <a:pt x="1060" y="345"/>
                  </a:cubicBezTo>
                  <a:close/>
                  <a:moveTo>
                    <a:pt x="1441" y="1988"/>
                  </a:moveTo>
                  <a:lnTo>
                    <a:pt x="1441" y="2072"/>
                  </a:lnTo>
                  <a:cubicBezTo>
                    <a:pt x="1441" y="2131"/>
                    <a:pt x="1465" y="2191"/>
                    <a:pt x="1489" y="2250"/>
                  </a:cubicBezTo>
                  <a:lnTo>
                    <a:pt x="1262" y="2489"/>
                  </a:lnTo>
                  <a:lnTo>
                    <a:pt x="1251" y="2489"/>
                  </a:lnTo>
                  <a:lnTo>
                    <a:pt x="1012" y="2250"/>
                  </a:lnTo>
                  <a:cubicBezTo>
                    <a:pt x="1048" y="2191"/>
                    <a:pt x="1060" y="2131"/>
                    <a:pt x="1060" y="2072"/>
                  </a:cubicBezTo>
                  <a:lnTo>
                    <a:pt x="1060" y="1988"/>
                  </a:lnTo>
                  <a:close/>
                  <a:moveTo>
                    <a:pt x="1072" y="0"/>
                  </a:moveTo>
                  <a:cubicBezTo>
                    <a:pt x="667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12" y="1655"/>
                    <a:pt x="727" y="1822"/>
                  </a:cubicBezTo>
                  <a:lnTo>
                    <a:pt x="727" y="2072"/>
                  </a:lnTo>
                  <a:lnTo>
                    <a:pt x="727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72" y="4346"/>
                    <a:pt x="167" y="4346"/>
                  </a:cubicBezTo>
                  <a:cubicBezTo>
                    <a:pt x="250" y="4346"/>
                    <a:pt x="322" y="4274"/>
                    <a:pt x="322" y="4179"/>
                  </a:cubicBezTo>
                  <a:lnTo>
                    <a:pt x="322" y="2774"/>
                  </a:lnTo>
                  <a:cubicBezTo>
                    <a:pt x="322" y="2691"/>
                    <a:pt x="369" y="2631"/>
                    <a:pt x="429" y="2596"/>
                  </a:cubicBezTo>
                  <a:lnTo>
                    <a:pt x="727" y="2441"/>
                  </a:lnTo>
                  <a:lnTo>
                    <a:pt x="1001" y="2715"/>
                  </a:lnTo>
                  <a:cubicBezTo>
                    <a:pt x="1072" y="2786"/>
                    <a:pt x="1155" y="2810"/>
                    <a:pt x="1251" y="2810"/>
                  </a:cubicBezTo>
                  <a:cubicBezTo>
                    <a:pt x="1346" y="2810"/>
                    <a:pt x="1429" y="2786"/>
                    <a:pt x="1501" y="2715"/>
                  </a:cubicBezTo>
                  <a:lnTo>
                    <a:pt x="1774" y="2441"/>
                  </a:lnTo>
                  <a:lnTo>
                    <a:pt x="2072" y="2596"/>
                  </a:lnTo>
                  <a:cubicBezTo>
                    <a:pt x="2132" y="2619"/>
                    <a:pt x="2167" y="2691"/>
                    <a:pt x="2167" y="2774"/>
                  </a:cubicBezTo>
                  <a:lnTo>
                    <a:pt x="2167" y="4179"/>
                  </a:lnTo>
                  <a:cubicBezTo>
                    <a:pt x="2167" y="4274"/>
                    <a:pt x="2251" y="4346"/>
                    <a:pt x="2334" y="4346"/>
                  </a:cubicBezTo>
                  <a:cubicBezTo>
                    <a:pt x="2429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13" y="2572"/>
                    <a:pt x="2417" y="2381"/>
                    <a:pt x="2215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3" y="1655"/>
                    <a:pt x="2155" y="1381"/>
                    <a:pt x="2155" y="1084"/>
                  </a:cubicBezTo>
                  <a:lnTo>
                    <a:pt x="2155" y="715"/>
                  </a:lnTo>
                  <a:cubicBezTo>
                    <a:pt x="2155" y="310"/>
                    <a:pt x="1834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645;p65"/>
            <p:cNvSpPr/>
            <p:nvPr/>
          </p:nvSpPr>
          <p:spPr>
            <a:xfrm>
              <a:off x="7800740" y="3138830"/>
              <a:ext cx="80364" cy="138322"/>
            </a:xfrm>
            <a:custGeom>
              <a:avLst/>
              <a:gdLst/>
              <a:ahLst/>
              <a:cxnLst/>
              <a:rect l="l" t="t" r="r" b="b"/>
              <a:pathLst>
                <a:path w="2525" h="4346" extrusionOk="0">
                  <a:moveTo>
                    <a:pt x="1429" y="345"/>
                  </a:moveTo>
                  <a:cubicBezTo>
                    <a:pt x="1643" y="345"/>
                    <a:pt x="1810" y="512"/>
                    <a:pt x="1810" y="715"/>
                  </a:cubicBezTo>
                  <a:lnTo>
                    <a:pt x="1810" y="1084"/>
                  </a:lnTo>
                  <a:cubicBezTo>
                    <a:pt x="1810" y="1405"/>
                    <a:pt x="1548" y="1655"/>
                    <a:pt x="1250" y="1655"/>
                  </a:cubicBezTo>
                  <a:cubicBezTo>
                    <a:pt x="941" y="1655"/>
                    <a:pt x="691" y="1393"/>
                    <a:pt x="691" y="1084"/>
                  </a:cubicBezTo>
                  <a:lnTo>
                    <a:pt x="691" y="715"/>
                  </a:lnTo>
                  <a:cubicBezTo>
                    <a:pt x="691" y="512"/>
                    <a:pt x="858" y="345"/>
                    <a:pt x="1060" y="345"/>
                  </a:cubicBezTo>
                  <a:close/>
                  <a:moveTo>
                    <a:pt x="1429" y="1988"/>
                  </a:moveTo>
                  <a:lnTo>
                    <a:pt x="1429" y="2072"/>
                  </a:lnTo>
                  <a:cubicBezTo>
                    <a:pt x="1429" y="2131"/>
                    <a:pt x="1453" y="2191"/>
                    <a:pt x="1477" y="2250"/>
                  </a:cubicBezTo>
                  <a:lnTo>
                    <a:pt x="1250" y="2489"/>
                  </a:lnTo>
                  <a:lnTo>
                    <a:pt x="1239" y="2489"/>
                  </a:lnTo>
                  <a:lnTo>
                    <a:pt x="1000" y="2250"/>
                  </a:lnTo>
                  <a:cubicBezTo>
                    <a:pt x="1036" y="2191"/>
                    <a:pt x="1048" y="2131"/>
                    <a:pt x="1048" y="2072"/>
                  </a:cubicBezTo>
                  <a:lnTo>
                    <a:pt x="1048" y="1988"/>
                  </a:lnTo>
                  <a:close/>
                  <a:moveTo>
                    <a:pt x="1072" y="0"/>
                  </a:moveTo>
                  <a:cubicBezTo>
                    <a:pt x="679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12" y="1655"/>
                    <a:pt x="739" y="1822"/>
                  </a:cubicBezTo>
                  <a:lnTo>
                    <a:pt x="739" y="2072"/>
                  </a:lnTo>
                  <a:lnTo>
                    <a:pt x="739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84" y="4346"/>
                    <a:pt x="167" y="4346"/>
                  </a:cubicBezTo>
                  <a:cubicBezTo>
                    <a:pt x="250" y="4346"/>
                    <a:pt x="334" y="4274"/>
                    <a:pt x="334" y="4179"/>
                  </a:cubicBezTo>
                  <a:lnTo>
                    <a:pt x="334" y="2774"/>
                  </a:lnTo>
                  <a:cubicBezTo>
                    <a:pt x="334" y="2691"/>
                    <a:pt x="369" y="2631"/>
                    <a:pt x="429" y="2596"/>
                  </a:cubicBezTo>
                  <a:lnTo>
                    <a:pt x="727" y="2441"/>
                  </a:lnTo>
                  <a:lnTo>
                    <a:pt x="1000" y="2715"/>
                  </a:lnTo>
                  <a:cubicBezTo>
                    <a:pt x="1072" y="2786"/>
                    <a:pt x="1167" y="2810"/>
                    <a:pt x="1250" y="2810"/>
                  </a:cubicBezTo>
                  <a:cubicBezTo>
                    <a:pt x="1346" y="2810"/>
                    <a:pt x="1429" y="2786"/>
                    <a:pt x="1512" y="2715"/>
                  </a:cubicBezTo>
                  <a:lnTo>
                    <a:pt x="1774" y="2441"/>
                  </a:lnTo>
                  <a:lnTo>
                    <a:pt x="2072" y="2596"/>
                  </a:lnTo>
                  <a:cubicBezTo>
                    <a:pt x="2132" y="2619"/>
                    <a:pt x="2179" y="2691"/>
                    <a:pt x="2179" y="2774"/>
                  </a:cubicBezTo>
                  <a:lnTo>
                    <a:pt x="2179" y="4179"/>
                  </a:lnTo>
                  <a:cubicBezTo>
                    <a:pt x="2179" y="4274"/>
                    <a:pt x="2251" y="4346"/>
                    <a:pt x="2334" y="4346"/>
                  </a:cubicBezTo>
                  <a:cubicBezTo>
                    <a:pt x="2429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24" y="2572"/>
                    <a:pt x="2405" y="2381"/>
                    <a:pt x="2227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2" y="1655"/>
                    <a:pt x="2167" y="1381"/>
                    <a:pt x="2167" y="1084"/>
                  </a:cubicBezTo>
                  <a:lnTo>
                    <a:pt x="2167" y="715"/>
                  </a:lnTo>
                  <a:cubicBezTo>
                    <a:pt x="2167" y="310"/>
                    <a:pt x="1834" y="0"/>
                    <a:pt x="145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646;p65"/>
            <p:cNvSpPr/>
            <p:nvPr/>
          </p:nvSpPr>
          <p:spPr>
            <a:xfrm>
              <a:off x="7521454" y="3138830"/>
              <a:ext cx="79983" cy="138322"/>
            </a:xfrm>
            <a:custGeom>
              <a:avLst/>
              <a:gdLst/>
              <a:ahLst/>
              <a:cxnLst/>
              <a:rect l="l" t="t" r="r" b="b"/>
              <a:pathLst>
                <a:path w="2513" h="4346" extrusionOk="0">
                  <a:moveTo>
                    <a:pt x="1429" y="345"/>
                  </a:moveTo>
                  <a:cubicBezTo>
                    <a:pt x="1632" y="345"/>
                    <a:pt x="1798" y="512"/>
                    <a:pt x="1798" y="715"/>
                  </a:cubicBezTo>
                  <a:lnTo>
                    <a:pt x="1798" y="1084"/>
                  </a:lnTo>
                  <a:cubicBezTo>
                    <a:pt x="1810" y="1405"/>
                    <a:pt x="1560" y="1655"/>
                    <a:pt x="1251" y="1655"/>
                  </a:cubicBezTo>
                  <a:cubicBezTo>
                    <a:pt x="941" y="1655"/>
                    <a:pt x="679" y="1393"/>
                    <a:pt x="679" y="1084"/>
                  </a:cubicBezTo>
                  <a:lnTo>
                    <a:pt x="679" y="715"/>
                  </a:lnTo>
                  <a:cubicBezTo>
                    <a:pt x="679" y="512"/>
                    <a:pt x="846" y="345"/>
                    <a:pt x="1060" y="345"/>
                  </a:cubicBezTo>
                  <a:close/>
                  <a:moveTo>
                    <a:pt x="1441" y="1988"/>
                  </a:moveTo>
                  <a:lnTo>
                    <a:pt x="1441" y="2072"/>
                  </a:lnTo>
                  <a:cubicBezTo>
                    <a:pt x="1441" y="2131"/>
                    <a:pt x="1453" y="2191"/>
                    <a:pt x="1489" y="2250"/>
                  </a:cubicBezTo>
                  <a:lnTo>
                    <a:pt x="1262" y="2489"/>
                  </a:lnTo>
                  <a:lnTo>
                    <a:pt x="1251" y="2489"/>
                  </a:lnTo>
                  <a:lnTo>
                    <a:pt x="1012" y="2250"/>
                  </a:lnTo>
                  <a:cubicBezTo>
                    <a:pt x="1036" y="2191"/>
                    <a:pt x="1060" y="2131"/>
                    <a:pt x="1060" y="2072"/>
                  </a:cubicBezTo>
                  <a:lnTo>
                    <a:pt x="1060" y="1988"/>
                  </a:lnTo>
                  <a:close/>
                  <a:moveTo>
                    <a:pt x="1072" y="0"/>
                  </a:moveTo>
                  <a:cubicBezTo>
                    <a:pt x="667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00" y="1655"/>
                    <a:pt x="727" y="1822"/>
                  </a:cubicBezTo>
                  <a:lnTo>
                    <a:pt x="727" y="2072"/>
                  </a:lnTo>
                  <a:lnTo>
                    <a:pt x="727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72" y="4346"/>
                    <a:pt x="167" y="4346"/>
                  </a:cubicBezTo>
                  <a:cubicBezTo>
                    <a:pt x="250" y="4346"/>
                    <a:pt x="322" y="4274"/>
                    <a:pt x="322" y="4179"/>
                  </a:cubicBezTo>
                  <a:lnTo>
                    <a:pt x="322" y="2774"/>
                  </a:lnTo>
                  <a:cubicBezTo>
                    <a:pt x="322" y="2691"/>
                    <a:pt x="370" y="2631"/>
                    <a:pt x="429" y="2596"/>
                  </a:cubicBezTo>
                  <a:lnTo>
                    <a:pt x="727" y="2441"/>
                  </a:lnTo>
                  <a:lnTo>
                    <a:pt x="989" y="2715"/>
                  </a:lnTo>
                  <a:cubicBezTo>
                    <a:pt x="1072" y="2786"/>
                    <a:pt x="1155" y="2810"/>
                    <a:pt x="1251" y="2810"/>
                  </a:cubicBezTo>
                  <a:cubicBezTo>
                    <a:pt x="1334" y="2810"/>
                    <a:pt x="1429" y="2786"/>
                    <a:pt x="1501" y="2715"/>
                  </a:cubicBezTo>
                  <a:lnTo>
                    <a:pt x="1763" y="2441"/>
                  </a:lnTo>
                  <a:lnTo>
                    <a:pt x="2060" y="2596"/>
                  </a:lnTo>
                  <a:cubicBezTo>
                    <a:pt x="2132" y="2619"/>
                    <a:pt x="2167" y="2691"/>
                    <a:pt x="2167" y="2774"/>
                  </a:cubicBezTo>
                  <a:lnTo>
                    <a:pt x="2167" y="4179"/>
                  </a:lnTo>
                  <a:cubicBezTo>
                    <a:pt x="2167" y="4274"/>
                    <a:pt x="2251" y="4346"/>
                    <a:pt x="2334" y="4346"/>
                  </a:cubicBezTo>
                  <a:cubicBezTo>
                    <a:pt x="2417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13" y="2572"/>
                    <a:pt x="2405" y="2381"/>
                    <a:pt x="2215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3" y="1655"/>
                    <a:pt x="2155" y="1381"/>
                    <a:pt x="2155" y="1084"/>
                  </a:cubicBezTo>
                  <a:lnTo>
                    <a:pt x="2155" y="715"/>
                  </a:lnTo>
                  <a:cubicBezTo>
                    <a:pt x="2155" y="310"/>
                    <a:pt x="1834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647;p65"/>
            <p:cNvSpPr/>
            <p:nvPr/>
          </p:nvSpPr>
          <p:spPr>
            <a:xfrm>
              <a:off x="7555923" y="2906139"/>
              <a:ext cx="289949" cy="219833"/>
            </a:xfrm>
            <a:custGeom>
              <a:avLst/>
              <a:gdLst/>
              <a:ahLst/>
              <a:cxnLst/>
              <a:rect l="l" t="t" r="r" b="b"/>
              <a:pathLst>
                <a:path w="9110" h="6907" extrusionOk="0">
                  <a:moveTo>
                    <a:pt x="4561" y="1"/>
                  </a:moveTo>
                  <a:cubicBezTo>
                    <a:pt x="4501" y="1"/>
                    <a:pt x="4442" y="36"/>
                    <a:pt x="4406" y="96"/>
                  </a:cubicBezTo>
                  <a:lnTo>
                    <a:pt x="3859" y="1191"/>
                  </a:lnTo>
                  <a:cubicBezTo>
                    <a:pt x="3811" y="1287"/>
                    <a:pt x="3847" y="1382"/>
                    <a:pt x="3930" y="1418"/>
                  </a:cubicBezTo>
                  <a:cubicBezTo>
                    <a:pt x="3959" y="1432"/>
                    <a:pt x="3988" y="1439"/>
                    <a:pt x="4016" y="1439"/>
                  </a:cubicBezTo>
                  <a:cubicBezTo>
                    <a:pt x="4078" y="1439"/>
                    <a:pt x="4131" y="1404"/>
                    <a:pt x="4156" y="1346"/>
                  </a:cubicBezTo>
                  <a:lnTo>
                    <a:pt x="4382" y="894"/>
                  </a:lnTo>
                  <a:lnTo>
                    <a:pt x="4382" y="4204"/>
                  </a:lnTo>
                  <a:lnTo>
                    <a:pt x="715" y="4204"/>
                  </a:lnTo>
                  <a:cubicBezTo>
                    <a:pt x="310" y="4204"/>
                    <a:pt x="1" y="4525"/>
                    <a:pt x="1" y="4918"/>
                  </a:cubicBezTo>
                  <a:lnTo>
                    <a:pt x="1" y="6752"/>
                  </a:lnTo>
                  <a:cubicBezTo>
                    <a:pt x="1" y="6835"/>
                    <a:pt x="72" y="6906"/>
                    <a:pt x="168" y="6906"/>
                  </a:cubicBezTo>
                  <a:cubicBezTo>
                    <a:pt x="251" y="6906"/>
                    <a:pt x="334" y="6835"/>
                    <a:pt x="334" y="6752"/>
                  </a:cubicBezTo>
                  <a:lnTo>
                    <a:pt x="334" y="4918"/>
                  </a:lnTo>
                  <a:cubicBezTo>
                    <a:pt x="334" y="4704"/>
                    <a:pt x="489" y="4549"/>
                    <a:pt x="703" y="4549"/>
                  </a:cubicBezTo>
                  <a:lnTo>
                    <a:pt x="2906" y="4549"/>
                  </a:lnTo>
                  <a:lnTo>
                    <a:pt x="2906" y="6752"/>
                  </a:lnTo>
                  <a:cubicBezTo>
                    <a:pt x="2906" y="6835"/>
                    <a:pt x="2977" y="6906"/>
                    <a:pt x="3061" y="6906"/>
                  </a:cubicBezTo>
                  <a:cubicBezTo>
                    <a:pt x="3156" y="6906"/>
                    <a:pt x="3227" y="6835"/>
                    <a:pt x="3227" y="6752"/>
                  </a:cubicBezTo>
                  <a:lnTo>
                    <a:pt x="3227" y="4549"/>
                  </a:lnTo>
                  <a:lnTo>
                    <a:pt x="5823" y="4549"/>
                  </a:lnTo>
                  <a:lnTo>
                    <a:pt x="5823" y="6752"/>
                  </a:lnTo>
                  <a:cubicBezTo>
                    <a:pt x="5823" y="6835"/>
                    <a:pt x="5894" y="6906"/>
                    <a:pt x="5978" y="6906"/>
                  </a:cubicBezTo>
                  <a:cubicBezTo>
                    <a:pt x="6073" y="6906"/>
                    <a:pt x="6145" y="6835"/>
                    <a:pt x="6145" y="6752"/>
                  </a:cubicBezTo>
                  <a:lnTo>
                    <a:pt x="6145" y="4549"/>
                  </a:lnTo>
                  <a:lnTo>
                    <a:pt x="8347" y="4549"/>
                  </a:lnTo>
                  <a:cubicBezTo>
                    <a:pt x="8561" y="4549"/>
                    <a:pt x="8716" y="4704"/>
                    <a:pt x="8716" y="4918"/>
                  </a:cubicBezTo>
                  <a:lnTo>
                    <a:pt x="8716" y="6752"/>
                  </a:lnTo>
                  <a:cubicBezTo>
                    <a:pt x="8716" y="6835"/>
                    <a:pt x="8800" y="6906"/>
                    <a:pt x="8883" y="6906"/>
                  </a:cubicBezTo>
                  <a:cubicBezTo>
                    <a:pt x="8978" y="6906"/>
                    <a:pt x="9050" y="6835"/>
                    <a:pt x="9050" y="6752"/>
                  </a:cubicBezTo>
                  <a:lnTo>
                    <a:pt x="9050" y="4918"/>
                  </a:lnTo>
                  <a:cubicBezTo>
                    <a:pt x="9109" y="4525"/>
                    <a:pt x="8788" y="4204"/>
                    <a:pt x="8395" y="4204"/>
                  </a:cubicBezTo>
                  <a:lnTo>
                    <a:pt x="4740" y="4204"/>
                  </a:lnTo>
                  <a:lnTo>
                    <a:pt x="4740" y="894"/>
                  </a:lnTo>
                  <a:lnTo>
                    <a:pt x="4954" y="1346"/>
                  </a:lnTo>
                  <a:cubicBezTo>
                    <a:pt x="4990" y="1406"/>
                    <a:pt x="5049" y="1429"/>
                    <a:pt x="5109" y="1429"/>
                  </a:cubicBezTo>
                  <a:cubicBezTo>
                    <a:pt x="5132" y="1429"/>
                    <a:pt x="5156" y="1429"/>
                    <a:pt x="5180" y="1418"/>
                  </a:cubicBezTo>
                  <a:cubicBezTo>
                    <a:pt x="5275" y="1370"/>
                    <a:pt x="5299" y="1263"/>
                    <a:pt x="5252" y="1191"/>
                  </a:cubicBezTo>
                  <a:lnTo>
                    <a:pt x="4704" y="96"/>
                  </a:lnTo>
                  <a:cubicBezTo>
                    <a:pt x="4680" y="36"/>
                    <a:pt x="4621" y="1"/>
                    <a:pt x="4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1405;p63"/>
          <p:cNvGrpSpPr/>
          <p:nvPr/>
        </p:nvGrpSpPr>
        <p:grpSpPr>
          <a:xfrm>
            <a:off x="7546347" y="2427734"/>
            <a:ext cx="914085" cy="864096"/>
            <a:chOff x="1958520" y="2302574"/>
            <a:chExt cx="359213" cy="327807"/>
          </a:xfrm>
        </p:grpSpPr>
        <p:sp>
          <p:nvSpPr>
            <p:cNvPr id="18" name="Google Shape;11406;p63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407;p63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408;p63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Цели и задачи проекта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solidFill>
                  <a:schemeClr val="accent3"/>
                </a:solidFill>
              </a:rPr>
              <a:t>Цель: разработать приложение </a:t>
            </a:r>
            <a:r>
              <a:rPr lang="ru-RU" sz="1400" smtClean="0">
                <a:solidFill>
                  <a:schemeClr val="accent3"/>
                </a:solidFill>
              </a:rPr>
              <a:t>используя </a:t>
            </a:r>
            <a:r>
              <a:rPr lang="ru-RU" sz="1400" b="1" smtClean="0">
                <a:solidFill>
                  <a:srgbClr val="FF5858"/>
                </a:solidFill>
              </a:rPr>
              <a:t>указатели</a:t>
            </a:r>
            <a:r>
              <a:rPr lang="ru-RU" sz="1400" smtClean="0">
                <a:solidFill>
                  <a:schemeClr val="accent3"/>
                </a:solidFill>
              </a:rPr>
              <a:t>, </a:t>
            </a:r>
            <a:r>
              <a:rPr lang="ru-RU" sz="1400" b="1" dirty="0" smtClean="0">
                <a:solidFill>
                  <a:srgbClr val="FF5858"/>
                </a:solidFill>
              </a:rPr>
              <a:t>потоки</a:t>
            </a:r>
            <a:r>
              <a:rPr lang="ru-RU" sz="1400" dirty="0" smtClean="0">
                <a:solidFill>
                  <a:schemeClr val="accent3"/>
                </a:solidFill>
              </a:rPr>
              <a:t> и </a:t>
            </a:r>
            <a:r>
              <a:rPr lang="ru-RU" sz="1400" b="1" dirty="0" smtClean="0">
                <a:solidFill>
                  <a:srgbClr val="FF5858"/>
                </a:solidFill>
              </a:rPr>
              <a:t>сокеты</a:t>
            </a:r>
            <a:r>
              <a:rPr lang="ru-RU" sz="1400" dirty="0" smtClean="0">
                <a:solidFill>
                  <a:schemeClr val="accent3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smtClean="0">
                <a:solidFill>
                  <a:schemeClr val="accent3"/>
                </a:solidFill>
              </a:rPr>
              <a:t>Задачи</a:t>
            </a:r>
            <a:r>
              <a:rPr lang="en" sz="1400" dirty="0" smtClean="0">
                <a:solidFill>
                  <a:schemeClr val="accent3"/>
                </a:solidFill>
              </a:rPr>
              <a:t>: 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∗"/>
            </a:pPr>
            <a:r>
              <a:rPr lang="ru-RU" sz="1400" dirty="0" smtClean="0">
                <a:solidFill>
                  <a:schemeClr val="accent3"/>
                </a:solidFill>
              </a:rPr>
              <a:t>Изучить работу с </a:t>
            </a:r>
            <a:r>
              <a:rPr lang="ru-RU" sz="1400" b="1" dirty="0" smtClean="0">
                <a:solidFill>
                  <a:srgbClr val="FF5858"/>
                </a:solidFill>
                <a:uFill>
                  <a:noFill/>
                </a:uFill>
              </a:rPr>
              <a:t>сокетами</a:t>
            </a:r>
            <a:r>
              <a:rPr lang="en" sz="1400" dirty="0" smtClean="0">
                <a:solidFill>
                  <a:schemeClr val="accent3"/>
                </a:solidFill>
              </a:rPr>
              <a:t>.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∗"/>
            </a:pPr>
            <a:r>
              <a:rPr lang="ru-RU" sz="1400" dirty="0" smtClean="0">
                <a:solidFill>
                  <a:schemeClr val="accent3"/>
                </a:solidFill>
              </a:rPr>
              <a:t>Реализовать управление </a:t>
            </a:r>
            <a:r>
              <a:rPr lang="ru-RU" sz="1400" b="1" dirty="0" smtClean="0">
                <a:solidFill>
                  <a:srgbClr val="FF5858"/>
                </a:solidFill>
              </a:rPr>
              <a:t>памятью</a:t>
            </a:r>
            <a:r>
              <a:rPr lang="en" sz="1400" dirty="0" smtClean="0">
                <a:solidFill>
                  <a:schemeClr val="accent3"/>
                </a:solidFill>
              </a:rPr>
              <a:t>.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∗"/>
            </a:pPr>
            <a:r>
              <a:rPr lang="ru-RU" sz="1400" dirty="0" smtClean="0">
                <a:solidFill>
                  <a:schemeClr val="accent3"/>
                </a:solidFill>
              </a:rPr>
              <a:t>Осуществить работу с </a:t>
            </a:r>
            <a:r>
              <a:rPr lang="ru-RU" sz="1400" b="1" dirty="0" smtClean="0">
                <a:solidFill>
                  <a:srgbClr val="FF5858"/>
                </a:solidFill>
              </a:rPr>
              <a:t>указателями</a:t>
            </a:r>
            <a:r>
              <a:rPr lang="ru-RU" sz="1400" dirty="0" smtClean="0">
                <a:solidFill>
                  <a:schemeClr val="accent3"/>
                </a:solidFill>
              </a:rPr>
              <a:t>.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∗"/>
            </a:pPr>
            <a:r>
              <a:rPr lang="ru-RU" sz="1400" dirty="0" smtClean="0">
                <a:solidFill>
                  <a:schemeClr val="accent3"/>
                </a:solidFill>
              </a:rPr>
              <a:t>Использовать </a:t>
            </a:r>
            <a:r>
              <a:rPr lang="ru-RU" sz="1400" b="1" dirty="0" smtClean="0">
                <a:solidFill>
                  <a:srgbClr val="FF5858"/>
                </a:solidFill>
              </a:rPr>
              <a:t>многопоточность</a:t>
            </a:r>
            <a:r>
              <a:rPr lang="ru-RU" sz="1400" dirty="0" smtClean="0">
                <a:solidFill>
                  <a:schemeClr val="accent3"/>
                </a:solidFill>
              </a:rPr>
              <a:t>.</a:t>
            </a:r>
            <a:endParaRPr sz="14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smtClean="0">
                <a:solidFill>
                  <a:schemeClr val="accent3"/>
                </a:solidFill>
              </a:rPr>
              <a:t>Основная цель проекта – не просто написать игру, а понять, как программы общаются друг с другом по сети.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server.cpp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client.cpp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dirty="0" smtClean="0">
                <a:solidFill>
                  <a:schemeClr val="accent3"/>
                </a:solidFill>
              </a:rPr>
              <a:t>Server: </a:t>
            </a:r>
            <a:r>
              <a:rPr lang="ru-RU" dirty="0" smtClean="0">
                <a:solidFill>
                  <a:schemeClr val="accent3"/>
                </a:solidFill>
              </a:rPr>
              <a:t>генерирует число, хранит состояние игры, обрабатывает запросы клиентов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Архитектура приложения </a:t>
            </a:r>
            <a:r>
              <a:rPr lang="en" dirty="0" smtClean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/1 &gt;</a:t>
            </a:r>
            <a:endParaRPr/>
          </a:p>
        </p:txBody>
      </p:sp>
      <p:sp>
        <p:nvSpPr>
          <p:cNvPr id="785" name="Google Shape;785;p37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dirty="0" smtClean="0">
                <a:solidFill>
                  <a:schemeClr val="accent3"/>
                </a:solidFill>
              </a:rPr>
              <a:t>Client: </a:t>
            </a:r>
            <a:r>
              <a:rPr lang="ru-RU" dirty="0" smtClean="0">
                <a:solidFill>
                  <a:schemeClr val="accent3"/>
                </a:solidFill>
              </a:rPr>
              <a:t>отправляет предположения и получает подсказки (</a:t>
            </a:r>
            <a:r>
              <a:rPr lang="en-US" dirty="0" smtClean="0">
                <a:solidFill>
                  <a:schemeClr val="accent3"/>
                </a:solidFill>
              </a:rPr>
              <a:t>“</a:t>
            </a:r>
            <a:r>
              <a:rPr lang="ru-RU" dirty="0" smtClean="0">
                <a:solidFill>
                  <a:schemeClr val="accent3"/>
                </a:solidFill>
              </a:rPr>
              <a:t>Больше</a:t>
            </a:r>
            <a:r>
              <a:rPr lang="en-US" dirty="0" smtClean="0">
                <a:solidFill>
                  <a:schemeClr val="accent3"/>
                </a:solidFill>
              </a:rPr>
              <a:t>”, “</a:t>
            </a:r>
            <a:r>
              <a:rPr lang="ru-RU" dirty="0" smtClean="0">
                <a:solidFill>
                  <a:schemeClr val="accent3"/>
                </a:solidFill>
              </a:rPr>
              <a:t>Меньше</a:t>
            </a:r>
            <a:r>
              <a:rPr lang="en-US" dirty="0" smtClean="0">
                <a:solidFill>
                  <a:schemeClr val="accent3"/>
                </a:solidFill>
              </a:rPr>
              <a:t>”, “</a:t>
            </a:r>
            <a:r>
              <a:rPr lang="ru-RU" dirty="0" smtClean="0">
                <a:solidFill>
                  <a:schemeClr val="accent3"/>
                </a:solidFill>
              </a:rPr>
              <a:t>Победа</a:t>
            </a:r>
            <a:r>
              <a:rPr lang="en-US" dirty="0" smtClean="0">
                <a:solidFill>
                  <a:schemeClr val="accent3"/>
                </a:solidFill>
              </a:rPr>
              <a:t>”)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6" name="Google Shape;786;p37"/>
          <p:cNvSpPr txBox="1">
            <a:spLocks noGrp="1"/>
          </p:cNvSpPr>
          <p:nvPr>
            <p:ph type="title" idx="4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/2 &gt;</a:t>
            </a:r>
            <a:endParaRPr/>
          </a:p>
        </p:txBody>
      </p:sp>
      <p:sp>
        <p:nvSpPr>
          <p:cNvPr id="787" name="Google Shape;787;p37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ru-RU" dirty="0" smtClean="0"/>
              <a:t>Модель: </a:t>
            </a:r>
            <a:r>
              <a:rPr lang="en-US" dirty="0" smtClean="0"/>
              <a:t>Client-Server</a:t>
            </a:r>
            <a:r>
              <a:rPr lang="en" dirty="0" smtClean="0"/>
              <a:t>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server.cpp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client.cpp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" name="Google Shape;11405;p63"/>
          <p:cNvGrpSpPr/>
          <p:nvPr/>
        </p:nvGrpSpPr>
        <p:grpSpPr>
          <a:xfrm>
            <a:off x="7812361" y="699542"/>
            <a:ext cx="720080" cy="648072"/>
            <a:chOff x="1958520" y="2302574"/>
            <a:chExt cx="359213" cy="327807"/>
          </a:xfrm>
        </p:grpSpPr>
        <p:sp>
          <p:nvSpPr>
            <p:cNvPr id="16" name="Google Shape;11406;p63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407;p63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408;p63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2642;p65"/>
          <p:cNvGrpSpPr/>
          <p:nvPr/>
        </p:nvGrpSpPr>
        <p:grpSpPr>
          <a:xfrm>
            <a:off x="7740352" y="1419622"/>
            <a:ext cx="860833" cy="936104"/>
            <a:chOff x="7521454" y="2906139"/>
            <a:chExt cx="359651" cy="371013"/>
          </a:xfrm>
        </p:grpSpPr>
        <p:sp>
          <p:nvSpPr>
            <p:cNvPr id="20" name="Google Shape;12643;p65"/>
            <p:cNvSpPr/>
            <p:nvPr/>
          </p:nvSpPr>
          <p:spPr>
            <a:xfrm>
              <a:off x="7614677" y="3138830"/>
              <a:ext cx="79983" cy="138322"/>
            </a:xfrm>
            <a:custGeom>
              <a:avLst/>
              <a:gdLst/>
              <a:ahLst/>
              <a:cxnLst/>
              <a:rect l="l" t="t" r="r" b="b"/>
              <a:pathLst>
                <a:path w="2513" h="4346" extrusionOk="0">
                  <a:moveTo>
                    <a:pt x="1429" y="345"/>
                  </a:moveTo>
                  <a:cubicBezTo>
                    <a:pt x="1643" y="345"/>
                    <a:pt x="1798" y="512"/>
                    <a:pt x="1798" y="715"/>
                  </a:cubicBezTo>
                  <a:lnTo>
                    <a:pt x="1798" y="1084"/>
                  </a:lnTo>
                  <a:cubicBezTo>
                    <a:pt x="1798" y="1405"/>
                    <a:pt x="1548" y="1655"/>
                    <a:pt x="1251" y="1655"/>
                  </a:cubicBezTo>
                  <a:cubicBezTo>
                    <a:pt x="941" y="1655"/>
                    <a:pt x="691" y="1393"/>
                    <a:pt x="691" y="1084"/>
                  </a:cubicBezTo>
                  <a:lnTo>
                    <a:pt x="691" y="715"/>
                  </a:lnTo>
                  <a:cubicBezTo>
                    <a:pt x="691" y="512"/>
                    <a:pt x="846" y="345"/>
                    <a:pt x="1060" y="345"/>
                  </a:cubicBezTo>
                  <a:close/>
                  <a:moveTo>
                    <a:pt x="1429" y="1988"/>
                  </a:moveTo>
                  <a:lnTo>
                    <a:pt x="1429" y="2072"/>
                  </a:lnTo>
                  <a:cubicBezTo>
                    <a:pt x="1429" y="2131"/>
                    <a:pt x="1441" y="2191"/>
                    <a:pt x="1477" y="2250"/>
                  </a:cubicBezTo>
                  <a:lnTo>
                    <a:pt x="1251" y="2489"/>
                  </a:lnTo>
                  <a:lnTo>
                    <a:pt x="1239" y="2489"/>
                  </a:lnTo>
                  <a:lnTo>
                    <a:pt x="1000" y="2250"/>
                  </a:lnTo>
                  <a:cubicBezTo>
                    <a:pt x="1024" y="2191"/>
                    <a:pt x="1048" y="2131"/>
                    <a:pt x="1048" y="2072"/>
                  </a:cubicBezTo>
                  <a:lnTo>
                    <a:pt x="1048" y="1988"/>
                  </a:lnTo>
                  <a:close/>
                  <a:moveTo>
                    <a:pt x="1072" y="0"/>
                  </a:moveTo>
                  <a:cubicBezTo>
                    <a:pt x="667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12" y="1655"/>
                    <a:pt x="727" y="1822"/>
                  </a:cubicBezTo>
                  <a:lnTo>
                    <a:pt x="727" y="2072"/>
                  </a:lnTo>
                  <a:lnTo>
                    <a:pt x="727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72" y="4346"/>
                    <a:pt x="167" y="4346"/>
                  </a:cubicBezTo>
                  <a:cubicBezTo>
                    <a:pt x="250" y="4346"/>
                    <a:pt x="322" y="4274"/>
                    <a:pt x="322" y="4179"/>
                  </a:cubicBezTo>
                  <a:lnTo>
                    <a:pt x="322" y="2774"/>
                  </a:lnTo>
                  <a:cubicBezTo>
                    <a:pt x="322" y="2691"/>
                    <a:pt x="369" y="2631"/>
                    <a:pt x="429" y="2596"/>
                  </a:cubicBezTo>
                  <a:lnTo>
                    <a:pt x="727" y="2441"/>
                  </a:lnTo>
                  <a:lnTo>
                    <a:pt x="1000" y="2715"/>
                  </a:lnTo>
                  <a:cubicBezTo>
                    <a:pt x="1072" y="2786"/>
                    <a:pt x="1155" y="2810"/>
                    <a:pt x="1251" y="2810"/>
                  </a:cubicBezTo>
                  <a:cubicBezTo>
                    <a:pt x="1334" y="2810"/>
                    <a:pt x="1429" y="2786"/>
                    <a:pt x="1501" y="2715"/>
                  </a:cubicBezTo>
                  <a:lnTo>
                    <a:pt x="1774" y="2441"/>
                  </a:lnTo>
                  <a:lnTo>
                    <a:pt x="2072" y="2596"/>
                  </a:lnTo>
                  <a:cubicBezTo>
                    <a:pt x="2132" y="2619"/>
                    <a:pt x="2179" y="2691"/>
                    <a:pt x="2179" y="2774"/>
                  </a:cubicBezTo>
                  <a:lnTo>
                    <a:pt x="2179" y="4179"/>
                  </a:lnTo>
                  <a:cubicBezTo>
                    <a:pt x="2179" y="4274"/>
                    <a:pt x="2251" y="4346"/>
                    <a:pt x="2334" y="4346"/>
                  </a:cubicBezTo>
                  <a:cubicBezTo>
                    <a:pt x="2429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13" y="2572"/>
                    <a:pt x="2394" y="2381"/>
                    <a:pt x="2215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3" y="1655"/>
                    <a:pt x="2155" y="1381"/>
                    <a:pt x="2155" y="1084"/>
                  </a:cubicBezTo>
                  <a:lnTo>
                    <a:pt x="2155" y="715"/>
                  </a:lnTo>
                  <a:cubicBezTo>
                    <a:pt x="2155" y="310"/>
                    <a:pt x="1834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644;p65"/>
            <p:cNvSpPr/>
            <p:nvPr/>
          </p:nvSpPr>
          <p:spPr>
            <a:xfrm>
              <a:off x="7707518" y="3138830"/>
              <a:ext cx="79983" cy="138322"/>
            </a:xfrm>
            <a:custGeom>
              <a:avLst/>
              <a:gdLst/>
              <a:ahLst/>
              <a:cxnLst/>
              <a:rect l="l" t="t" r="r" b="b"/>
              <a:pathLst>
                <a:path w="2513" h="4346" extrusionOk="0">
                  <a:moveTo>
                    <a:pt x="1429" y="345"/>
                  </a:moveTo>
                  <a:cubicBezTo>
                    <a:pt x="1643" y="345"/>
                    <a:pt x="1798" y="512"/>
                    <a:pt x="1798" y="715"/>
                  </a:cubicBezTo>
                  <a:lnTo>
                    <a:pt x="1798" y="1084"/>
                  </a:lnTo>
                  <a:cubicBezTo>
                    <a:pt x="1822" y="1405"/>
                    <a:pt x="1560" y="1655"/>
                    <a:pt x="1251" y="1655"/>
                  </a:cubicBezTo>
                  <a:cubicBezTo>
                    <a:pt x="941" y="1655"/>
                    <a:pt x="691" y="1393"/>
                    <a:pt x="691" y="1084"/>
                  </a:cubicBezTo>
                  <a:lnTo>
                    <a:pt x="691" y="715"/>
                  </a:lnTo>
                  <a:cubicBezTo>
                    <a:pt x="691" y="512"/>
                    <a:pt x="846" y="345"/>
                    <a:pt x="1060" y="345"/>
                  </a:cubicBezTo>
                  <a:close/>
                  <a:moveTo>
                    <a:pt x="1441" y="1988"/>
                  </a:moveTo>
                  <a:lnTo>
                    <a:pt x="1441" y="2072"/>
                  </a:lnTo>
                  <a:cubicBezTo>
                    <a:pt x="1441" y="2131"/>
                    <a:pt x="1465" y="2191"/>
                    <a:pt x="1489" y="2250"/>
                  </a:cubicBezTo>
                  <a:lnTo>
                    <a:pt x="1262" y="2489"/>
                  </a:lnTo>
                  <a:lnTo>
                    <a:pt x="1251" y="2489"/>
                  </a:lnTo>
                  <a:lnTo>
                    <a:pt x="1012" y="2250"/>
                  </a:lnTo>
                  <a:cubicBezTo>
                    <a:pt x="1048" y="2191"/>
                    <a:pt x="1060" y="2131"/>
                    <a:pt x="1060" y="2072"/>
                  </a:cubicBezTo>
                  <a:lnTo>
                    <a:pt x="1060" y="1988"/>
                  </a:lnTo>
                  <a:close/>
                  <a:moveTo>
                    <a:pt x="1072" y="0"/>
                  </a:moveTo>
                  <a:cubicBezTo>
                    <a:pt x="667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12" y="1655"/>
                    <a:pt x="727" y="1822"/>
                  </a:cubicBezTo>
                  <a:lnTo>
                    <a:pt x="727" y="2072"/>
                  </a:lnTo>
                  <a:lnTo>
                    <a:pt x="727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72" y="4346"/>
                    <a:pt x="167" y="4346"/>
                  </a:cubicBezTo>
                  <a:cubicBezTo>
                    <a:pt x="250" y="4346"/>
                    <a:pt x="322" y="4274"/>
                    <a:pt x="322" y="4179"/>
                  </a:cubicBezTo>
                  <a:lnTo>
                    <a:pt x="322" y="2774"/>
                  </a:lnTo>
                  <a:cubicBezTo>
                    <a:pt x="322" y="2691"/>
                    <a:pt x="369" y="2631"/>
                    <a:pt x="429" y="2596"/>
                  </a:cubicBezTo>
                  <a:lnTo>
                    <a:pt x="727" y="2441"/>
                  </a:lnTo>
                  <a:lnTo>
                    <a:pt x="1001" y="2715"/>
                  </a:lnTo>
                  <a:cubicBezTo>
                    <a:pt x="1072" y="2786"/>
                    <a:pt x="1155" y="2810"/>
                    <a:pt x="1251" y="2810"/>
                  </a:cubicBezTo>
                  <a:cubicBezTo>
                    <a:pt x="1346" y="2810"/>
                    <a:pt x="1429" y="2786"/>
                    <a:pt x="1501" y="2715"/>
                  </a:cubicBezTo>
                  <a:lnTo>
                    <a:pt x="1774" y="2441"/>
                  </a:lnTo>
                  <a:lnTo>
                    <a:pt x="2072" y="2596"/>
                  </a:lnTo>
                  <a:cubicBezTo>
                    <a:pt x="2132" y="2619"/>
                    <a:pt x="2167" y="2691"/>
                    <a:pt x="2167" y="2774"/>
                  </a:cubicBezTo>
                  <a:lnTo>
                    <a:pt x="2167" y="4179"/>
                  </a:lnTo>
                  <a:cubicBezTo>
                    <a:pt x="2167" y="4274"/>
                    <a:pt x="2251" y="4346"/>
                    <a:pt x="2334" y="4346"/>
                  </a:cubicBezTo>
                  <a:cubicBezTo>
                    <a:pt x="2429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13" y="2572"/>
                    <a:pt x="2417" y="2381"/>
                    <a:pt x="2215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3" y="1655"/>
                    <a:pt x="2155" y="1381"/>
                    <a:pt x="2155" y="1084"/>
                  </a:cubicBezTo>
                  <a:lnTo>
                    <a:pt x="2155" y="715"/>
                  </a:lnTo>
                  <a:cubicBezTo>
                    <a:pt x="2155" y="310"/>
                    <a:pt x="1834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645;p65"/>
            <p:cNvSpPr/>
            <p:nvPr/>
          </p:nvSpPr>
          <p:spPr>
            <a:xfrm>
              <a:off x="7800740" y="3138830"/>
              <a:ext cx="80364" cy="138322"/>
            </a:xfrm>
            <a:custGeom>
              <a:avLst/>
              <a:gdLst/>
              <a:ahLst/>
              <a:cxnLst/>
              <a:rect l="l" t="t" r="r" b="b"/>
              <a:pathLst>
                <a:path w="2525" h="4346" extrusionOk="0">
                  <a:moveTo>
                    <a:pt x="1429" y="345"/>
                  </a:moveTo>
                  <a:cubicBezTo>
                    <a:pt x="1643" y="345"/>
                    <a:pt x="1810" y="512"/>
                    <a:pt x="1810" y="715"/>
                  </a:cubicBezTo>
                  <a:lnTo>
                    <a:pt x="1810" y="1084"/>
                  </a:lnTo>
                  <a:cubicBezTo>
                    <a:pt x="1810" y="1405"/>
                    <a:pt x="1548" y="1655"/>
                    <a:pt x="1250" y="1655"/>
                  </a:cubicBezTo>
                  <a:cubicBezTo>
                    <a:pt x="941" y="1655"/>
                    <a:pt x="691" y="1393"/>
                    <a:pt x="691" y="1084"/>
                  </a:cubicBezTo>
                  <a:lnTo>
                    <a:pt x="691" y="715"/>
                  </a:lnTo>
                  <a:cubicBezTo>
                    <a:pt x="691" y="512"/>
                    <a:pt x="858" y="345"/>
                    <a:pt x="1060" y="345"/>
                  </a:cubicBezTo>
                  <a:close/>
                  <a:moveTo>
                    <a:pt x="1429" y="1988"/>
                  </a:moveTo>
                  <a:lnTo>
                    <a:pt x="1429" y="2072"/>
                  </a:lnTo>
                  <a:cubicBezTo>
                    <a:pt x="1429" y="2131"/>
                    <a:pt x="1453" y="2191"/>
                    <a:pt x="1477" y="2250"/>
                  </a:cubicBezTo>
                  <a:lnTo>
                    <a:pt x="1250" y="2489"/>
                  </a:lnTo>
                  <a:lnTo>
                    <a:pt x="1239" y="2489"/>
                  </a:lnTo>
                  <a:lnTo>
                    <a:pt x="1000" y="2250"/>
                  </a:lnTo>
                  <a:cubicBezTo>
                    <a:pt x="1036" y="2191"/>
                    <a:pt x="1048" y="2131"/>
                    <a:pt x="1048" y="2072"/>
                  </a:cubicBezTo>
                  <a:lnTo>
                    <a:pt x="1048" y="1988"/>
                  </a:lnTo>
                  <a:close/>
                  <a:moveTo>
                    <a:pt x="1072" y="0"/>
                  </a:moveTo>
                  <a:cubicBezTo>
                    <a:pt x="679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12" y="1655"/>
                    <a:pt x="739" y="1822"/>
                  </a:cubicBezTo>
                  <a:lnTo>
                    <a:pt x="739" y="2072"/>
                  </a:lnTo>
                  <a:lnTo>
                    <a:pt x="739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84" y="4346"/>
                    <a:pt x="167" y="4346"/>
                  </a:cubicBezTo>
                  <a:cubicBezTo>
                    <a:pt x="250" y="4346"/>
                    <a:pt x="334" y="4274"/>
                    <a:pt x="334" y="4179"/>
                  </a:cubicBezTo>
                  <a:lnTo>
                    <a:pt x="334" y="2774"/>
                  </a:lnTo>
                  <a:cubicBezTo>
                    <a:pt x="334" y="2691"/>
                    <a:pt x="369" y="2631"/>
                    <a:pt x="429" y="2596"/>
                  </a:cubicBezTo>
                  <a:lnTo>
                    <a:pt x="727" y="2441"/>
                  </a:lnTo>
                  <a:lnTo>
                    <a:pt x="1000" y="2715"/>
                  </a:lnTo>
                  <a:cubicBezTo>
                    <a:pt x="1072" y="2786"/>
                    <a:pt x="1167" y="2810"/>
                    <a:pt x="1250" y="2810"/>
                  </a:cubicBezTo>
                  <a:cubicBezTo>
                    <a:pt x="1346" y="2810"/>
                    <a:pt x="1429" y="2786"/>
                    <a:pt x="1512" y="2715"/>
                  </a:cubicBezTo>
                  <a:lnTo>
                    <a:pt x="1774" y="2441"/>
                  </a:lnTo>
                  <a:lnTo>
                    <a:pt x="2072" y="2596"/>
                  </a:lnTo>
                  <a:cubicBezTo>
                    <a:pt x="2132" y="2619"/>
                    <a:pt x="2179" y="2691"/>
                    <a:pt x="2179" y="2774"/>
                  </a:cubicBezTo>
                  <a:lnTo>
                    <a:pt x="2179" y="4179"/>
                  </a:lnTo>
                  <a:cubicBezTo>
                    <a:pt x="2179" y="4274"/>
                    <a:pt x="2251" y="4346"/>
                    <a:pt x="2334" y="4346"/>
                  </a:cubicBezTo>
                  <a:cubicBezTo>
                    <a:pt x="2429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24" y="2572"/>
                    <a:pt x="2405" y="2381"/>
                    <a:pt x="2227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2" y="1655"/>
                    <a:pt x="2167" y="1381"/>
                    <a:pt x="2167" y="1084"/>
                  </a:cubicBezTo>
                  <a:lnTo>
                    <a:pt x="2167" y="715"/>
                  </a:lnTo>
                  <a:cubicBezTo>
                    <a:pt x="2167" y="310"/>
                    <a:pt x="1834" y="0"/>
                    <a:pt x="145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646;p65"/>
            <p:cNvSpPr/>
            <p:nvPr/>
          </p:nvSpPr>
          <p:spPr>
            <a:xfrm>
              <a:off x="7521454" y="3138830"/>
              <a:ext cx="79983" cy="138322"/>
            </a:xfrm>
            <a:custGeom>
              <a:avLst/>
              <a:gdLst/>
              <a:ahLst/>
              <a:cxnLst/>
              <a:rect l="l" t="t" r="r" b="b"/>
              <a:pathLst>
                <a:path w="2513" h="4346" extrusionOk="0">
                  <a:moveTo>
                    <a:pt x="1429" y="345"/>
                  </a:moveTo>
                  <a:cubicBezTo>
                    <a:pt x="1632" y="345"/>
                    <a:pt x="1798" y="512"/>
                    <a:pt x="1798" y="715"/>
                  </a:cubicBezTo>
                  <a:lnTo>
                    <a:pt x="1798" y="1084"/>
                  </a:lnTo>
                  <a:cubicBezTo>
                    <a:pt x="1810" y="1405"/>
                    <a:pt x="1560" y="1655"/>
                    <a:pt x="1251" y="1655"/>
                  </a:cubicBezTo>
                  <a:cubicBezTo>
                    <a:pt x="941" y="1655"/>
                    <a:pt x="679" y="1393"/>
                    <a:pt x="679" y="1084"/>
                  </a:cubicBezTo>
                  <a:lnTo>
                    <a:pt x="679" y="715"/>
                  </a:lnTo>
                  <a:cubicBezTo>
                    <a:pt x="679" y="512"/>
                    <a:pt x="846" y="345"/>
                    <a:pt x="1060" y="345"/>
                  </a:cubicBezTo>
                  <a:close/>
                  <a:moveTo>
                    <a:pt x="1441" y="1988"/>
                  </a:moveTo>
                  <a:lnTo>
                    <a:pt x="1441" y="2072"/>
                  </a:lnTo>
                  <a:cubicBezTo>
                    <a:pt x="1441" y="2131"/>
                    <a:pt x="1453" y="2191"/>
                    <a:pt x="1489" y="2250"/>
                  </a:cubicBezTo>
                  <a:lnTo>
                    <a:pt x="1262" y="2489"/>
                  </a:lnTo>
                  <a:lnTo>
                    <a:pt x="1251" y="2489"/>
                  </a:lnTo>
                  <a:lnTo>
                    <a:pt x="1012" y="2250"/>
                  </a:lnTo>
                  <a:cubicBezTo>
                    <a:pt x="1036" y="2191"/>
                    <a:pt x="1060" y="2131"/>
                    <a:pt x="1060" y="2072"/>
                  </a:cubicBezTo>
                  <a:lnTo>
                    <a:pt x="1060" y="1988"/>
                  </a:lnTo>
                  <a:close/>
                  <a:moveTo>
                    <a:pt x="1072" y="0"/>
                  </a:moveTo>
                  <a:cubicBezTo>
                    <a:pt x="667" y="0"/>
                    <a:pt x="358" y="334"/>
                    <a:pt x="358" y="715"/>
                  </a:cubicBezTo>
                  <a:lnTo>
                    <a:pt x="358" y="1084"/>
                  </a:lnTo>
                  <a:cubicBezTo>
                    <a:pt x="358" y="1381"/>
                    <a:pt x="500" y="1655"/>
                    <a:pt x="727" y="1822"/>
                  </a:cubicBezTo>
                  <a:lnTo>
                    <a:pt x="727" y="2072"/>
                  </a:lnTo>
                  <a:lnTo>
                    <a:pt x="727" y="2084"/>
                  </a:lnTo>
                  <a:lnTo>
                    <a:pt x="298" y="2298"/>
                  </a:lnTo>
                  <a:cubicBezTo>
                    <a:pt x="119" y="2381"/>
                    <a:pt x="0" y="2572"/>
                    <a:pt x="0" y="2774"/>
                  </a:cubicBezTo>
                  <a:lnTo>
                    <a:pt x="0" y="4179"/>
                  </a:lnTo>
                  <a:cubicBezTo>
                    <a:pt x="0" y="4274"/>
                    <a:pt x="72" y="4346"/>
                    <a:pt x="167" y="4346"/>
                  </a:cubicBezTo>
                  <a:cubicBezTo>
                    <a:pt x="250" y="4346"/>
                    <a:pt x="322" y="4274"/>
                    <a:pt x="322" y="4179"/>
                  </a:cubicBezTo>
                  <a:lnTo>
                    <a:pt x="322" y="2774"/>
                  </a:lnTo>
                  <a:cubicBezTo>
                    <a:pt x="322" y="2691"/>
                    <a:pt x="370" y="2631"/>
                    <a:pt x="429" y="2596"/>
                  </a:cubicBezTo>
                  <a:lnTo>
                    <a:pt x="727" y="2441"/>
                  </a:lnTo>
                  <a:lnTo>
                    <a:pt x="989" y="2715"/>
                  </a:lnTo>
                  <a:cubicBezTo>
                    <a:pt x="1072" y="2786"/>
                    <a:pt x="1155" y="2810"/>
                    <a:pt x="1251" y="2810"/>
                  </a:cubicBezTo>
                  <a:cubicBezTo>
                    <a:pt x="1334" y="2810"/>
                    <a:pt x="1429" y="2786"/>
                    <a:pt x="1501" y="2715"/>
                  </a:cubicBezTo>
                  <a:lnTo>
                    <a:pt x="1763" y="2441"/>
                  </a:lnTo>
                  <a:lnTo>
                    <a:pt x="2060" y="2596"/>
                  </a:lnTo>
                  <a:cubicBezTo>
                    <a:pt x="2132" y="2619"/>
                    <a:pt x="2167" y="2691"/>
                    <a:pt x="2167" y="2774"/>
                  </a:cubicBezTo>
                  <a:lnTo>
                    <a:pt x="2167" y="4179"/>
                  </a:lnTo>
                  <a:cubicBezTo>
                    <a:pt x="2167" y="4274"/>
                    <a:pt x="2251" y="4346"/>
                    <a:pt x="2334" y="4346"/>
                  </a:cubicBezTo>
                  <a:cubicBezTo>
                    <a:pt x="2417" y="4346"/>
                    <a:pt x="2501" y="4274"/>
                    <a:pt x="2501" y="4179"/>
                  </a:cubicBezTo>
                  <a:lnTo>
                    <a:pt x="2501" y="2774"/>
                  </a:lnTo>
                  <a:cubicBezTo>
                    <a:pt x="2513" y="2572"/>
                    <a:pt x="2405" y="2381"/>
                    <a:pt x="2215" y="2298"/>
                  </a:cubicBezTo>
                  <a:lnTo>
                    <a:pt x="1786" y="2084"/>
                  </a:lnTo>
                  <a:lnTo>
                    <a:pt x="1786" y="2072"/>
                  </a:lnTo>
                  <a:lnTo>
                    <a:pt x="1786" y="1822"/>
                  </a:lnTo>
                  <a:cubicBezTo>
                    <a:pt x="2013" y="1655"/>
                    <a:pt x="2155" y="1381"/>
                    <a:pt x="2155" y="1084"/>
                  </a:cubicBezTo>
                  <a:lnTo>
                    <a:pt x="2155" y="715"/>
                  </a:lnTo>
                  <a:cubicBezTo>
                    <a:pt x="2155" y="310"/>
                    <a:pt x="1834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647;p65"/>
            <p:cNvSpPr/>
            <p:nvPr/>
          </p:nvSpPr>
          <p:spPr>
            <a:xfrm>
              <a:off x="7555923" y="2906139"/>
              <a:ext cx="289949" cy="219833"/>
            </a:xfrm>
            <a:custGeom>
              <a:avLst/>
              <a:gdLst/>
              <a:ahLst/>
              <a:cxnLst/>
              <a:rect l="l" t="t" r="r" b="b"/>
              <a:pathLst>
                <a:path w="9110" h="6907" extrusionOk="0">
                  <a:moveTo>
                    <a:pt x="4561" y="1"/>
                  </a:moveTo>
                  <a:cubicBezTo>
                    <a:pt x="4501" y="1"/>
                    <a:pt x="4442" y="36"/>
                    <a:pt x="4406" y="96"/>
                  </a:cubicBezTo>
                  <a:lnTo>
                    <a:pt x="3859" y="1191"/>
                  </a:lnTo>
                  <a:cubicBezTo>
                    <a:pt x="3811" y="1287"/>
                    <a:pt x="3847" y="1382"/>
                    <a:pt x="3930" y="1418"/>
                  </a:cubicBezTo>
                  <a:cubicBezTo>
                    <a:pt x="3959" y="1432"/>
                    <a:pt x="3988" y="1439"/>
                    <a:pt x="4016" y="1439"/>
                  </a:cubicBezTo>
                  <a:cubicBezTo>
                    <a:pt x="4078" y="1439"/>
                    <a:pt x="4131" y="1404"/>
                    <a:pt x="4156" y="1346"/>
                  </a:cubicBezTo>
                  <a:lnTo>
                    <a:pt x="4382" y="894"/>
                  </a:lnTo>
                  <a:lnTo>
                    <a:pt x="4382" y="4204"/>
                  </a:lnTo>
                  <a:lnTo>
                    <a:pt x="715" y="4204"/>
                  </a:lnTo>
                  <a:cubicBezTo>
                    <a:pt x="310" y="4204"/>
                    <a:pt x="1" y="4525"/>
                    <a:pt x="1" y="4918"/>
                  </a:cubicBezTo>
                  <a:lnTo>
                    <a:pt x="1" y="6752"/>
                  </a:lnTo>
                  <a:cubicBezTo>
                    <a:pt x="1" y="6835"/>
                    <a:pt x="72" y="6906"/>
                    <a:pt x="168" y="6906"/>
                  </a:cubicBezTo>
                  <a:cubicBezTo>
                    <a:pt x="251" y="6906"/>
                    <a:pt x="334" y="6835"/>
                    <a:pt x="334" y="6752"/>
                  </a:cubicBezTo>
                  <a:lnTo>
                    <a:pt x="334" y="4918"/>
                  </a:lnTo>
                  <a:cubicBezTo>
                    <a:pt x="334" y="4704"/>
                    <a:pt x="489" y="4549"/>
                    <a:pt x="703" y="4549"/>
                  </a:cubicBezTo>
                  <a:lnTo>
                    <a:pt x="2906" y="4549"/>
                  </a:lnTo>
                  <a:lnTo>
                    <a:pt x="2906" y="6752"/>
                  </a:lnTo>
                  <a:cubicBezTo>
                    <a:pt x="2906" y="6835"/>
                    <a:pt x="2977" y="6906"/>
                    <a:pt x="3061" y="6906"/>
                  </a:cubicBezTo>
                  <a:cubicBezTo>
                    <a:pt x="3156" y="6906"/>
                    <a:pt x="3227" y="6835"/>
                    <a:pt x="3227" y="6752"/>
                  </a:cubicBezTo>
                  <a:lnTo>
                    <a:pt x="3227" y="4549"/>
                  </a:lnTo>
                  <a:lnTo>
                    <a:pt x="5823" y="4549"/>
                  </a:lnTo>
                  <a:lnTo>
                    <a:pt x="5823" y="6752"/>
                  </a:lnTo>
                  <a:cubicBezTo>
                    <a:pt x="5823" y="6835"/>
                    <a:pt x="5894" y="6906"/>
                    <a:pt x="5978" y="6906"/>
                  </a:cubicBezTo>
                  <a:cubicBezTo>
                    <a:pt x="6073" y="6906"/>
                    <a:pt x="6145" y="6835"/>
                    <a:pt x="6145" y="6752"/>
                  </a:cubicBezTo>
                  <a:lnTo>
                    <a:pt x="6145" y="4549"/>
                  </a:lnTo>
                  <a:lnTo>
                    <a:pt x="8347" y="4549"/>
                  </a:lnTo>
                  <a:cubicBezTo>
                    <a:pt x="8561" y="4549"/>
                    <a:pt x="8716" y="4704"/>
                    <a:pt x="8716" y="4918"/>
                  </a:cubicBezTo>
                  <a:lnTo>
                    <a:pt x="8716" y="6752"/>
                  </a:lnTo>
                  <a:cubicBezTo>
                    <a:pt x="8716" y="6835"/>
                    <a:pt x="8800" y="6906"/>
                    <a:pt x="8883" y="6906"/>
                  </a:cubicBezTo>
                  <a:cubicBezTo>
                    <a:pt x="8978" y="6906"/>
                    <a:pt x="9050" y="6835"/>
                    <a:pt x="9050" y="6752"/>
                  </a:cubicBezTo>
                  <a:lnTo>
                    <a:pt x="9050" y="4918"/>
                  </a:lnTo>
                  <a:cubicBezTo>
                    <a:pt x="9109" y="4525"/>
                    <a:pt x="8788" y="4204"/>
                    <a:pt x="8395" y="4204"/>
                  </a:cubicBezTo>
                  <a:lnTo>
                    <a:pt x="4740" y="4204"/>
                  </a:lnTo>
                  <a:lnTo>
                    <a:pt x="4740" y="894"/>
                  </a:lnTo>
                  <a:lnTo>
                    <a:pt x="4954" y="1346"/>
                  </a:lnTo>
                  <a:cubicBezTo>
                    <a:pt x="4990" y="1406"/>
                    <a:pt x="5049" y="1429"/>
                    <a:pt x="5109" y="1429"/>
                  </a:cubicBezTo>
                  <a:cubicBezTo>
                    <a:pt x="5132" y="1429"/>
                    <a:pt x="5156" y="1429"/>
                    <a:pt x="5180" y="1418"/>
                  </a:cubicBezTo>
                  <a:cubicBezTo>
                    <a:pt x="5275" y="1370"/>
                    <a:pt x="5299" y="1263"/>
                    <a:pt x="5252" y="1191"/>
                  </a:cubicBezTo>
                  <a:lnTo>
                    <a:pt x="4704" y="96"/>
                  </a:lnTo>
                  <a:cubicBezTo>
                    <a:pt x="4680" y="36"/>
                    <a:pt x="4621" y="1"/>
                    <a:pt x="4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115616" y="1131590"/>
            <a:ext cx="459863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800" dirty="0" smtClean="0"/>
              <a:t>Работа</a:t>
            </a:r>
            <a:r>
              <a:rPr lang="en" sz="2800" dirty="0" smtClean="0">
                <a:solidFill>
                  <a:schemeClr val="accent2"/>
                </a:solidFill>
              </a:rPr>
              <a:t> ‘Server’ </a:t>
            </a:r>
            <a:r>
              <a:rPr lang="en" sz="2800" dirty="0" smtClean="0">
                <a:solidFill>
                  <a:schemeClr val="accent6"/>
                </a:solidFill>
              </a:rPr>
              <a:t>{</a:t>
            </a:r>
            <a:endParaRPr sz="2800" dirty="0">
              <a:solidFill>
                <a:schemeClr val="accent3"/>
              </a:solidFill>
            </a:endParaRPr>
          </a:p>
        </p:txBody>
      </p:sp>
      <p:grpSp>
        <p:nvGrpSpPr>
          <p:cNvPr id="2" name="Google Shape;462;p27"/>
          <p:cNvGrpSpPr/>
          <p:nvPr/>
        </p:nvGrpSpPr>
        <p:grpSpPr>
          <a:xfrm>
            <a:off x="1403648" y="2067694"/>
            <a:ext cx="506100" cy="2121197"/>
            <a:chOff x="1403648" y="1759900"/>
            <a:chExt cx="506100" cy="2431274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03648" y="3575651"/>
              <a:ext cx="506100" cy="615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server</a:t>
            </a:r>
            <a:r>
              <a:rPr lang="en" sz="1400" dirty="0" smtClean="0">
                <a:solidFill>
                  <a:schemeClr val="accent3"/>
                </a:solidFill>
              </a:rPr>
              <a:t>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1400" dirty="0" smtClean="0"/>
              <a:t>client.cpp</a:t>
            </a:r>
            <a:endParaRPr lang="en-US" sz="1400" dirty="0"/>
          </a:p>
        </p:txBody>
      </p:sp>
      <p:sp>
        <p:nvSpPr>
          <p:cNvPr id="22" name="Google Shape;853;p42"/>
          <p:cNvSpPr txBox="1">
            <a:spLocks noGrp="1"/>
          </p:cNvSpPr>
          <p:nvPr>
            <p:ph type="subTitle" idx="1"/>
          </p:nvPr>
        </p:nvSpPr>
        <p:spPr>
          <a:xfrm>
            <a:off x="1619672" y="1779662"/>
            <a:ext cx="3627600" cy="20882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400" dirty="0"/>
              <a:t>&lt; </a:t>
            </a:r>
            <a:r>
              <a:rPr lang="ru-RU" sz="1400" dirty="0" smtClean="0"/>
              <a:t>Давайте разберем работу функции </a:t>
            </a:r>
            <a:r>
              <a:rPr lang="en-US" sz="1400" dirty="0" err="1" smtClean="0"/>
              <a:t>handleClient</a:t>
            </a:r>
            <a:r>
              <a:rPr lang="ru-RU" sz="1400" dirty="0" smtClean="0"/>
              <a:t>. Функция принимает числа от клиента, сравнивает их с загаданным </a:t>
            </a:r>
            <a:r>
              <a:rPr lang="ru-RU" sz="1400" dirty="0" err="1" smtClean="0"/>
              <a:t>secretNumber</a:t>
            </a:r>
            <a:r>
              <a:rPr lang="ru-RU" sz="1400" dirty="0" smtClean="0"/>
              <a:t>, отправляет подсказки </a:t>
            </a:r>
            <a:r>
              <a:rPr lang="ru-RU" sz="1400" b="1" dirty="0" smtClean="0"/>
              <a:t>MORE/LESS</a:t>
            </a:r>
            <a:r>
              <a:rPr lang="ru-RU" sz="1400" dirty="0" smtClean="0"/>
              <a:t> или </a:t>
            </a:r>
            <a:r>
              <a:rPr lang="ru-RU" sz="1400" b="1" dirty="0" smtClean="0"/>
              <a:t>WIN</a:t>
            </a:r>
            <a:r>
              <a:rPr lang="ru-RU" sz="1400" dirty="0" smtClean="0"/>
              <a:t>, пока клиент не угадает или не отключится</a:t>
            </a:r>
            <a:r>
              <a:rPr lang="en" sz="1400" dirty="0" smtClean="0"/>
              <a:t> </a:t>
            </a:r>
            <a:r>
              <a:rPr lang="en" sz="1400" dirty="0"/>
              <a:t>&gt;</a:t>
            </a:r>
            <a:endParaRPr sz="1400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064" y="583307"/>
            <a:ext cx="3957274" cy="40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459863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800" dirty="0" smtClean="0"/>
              <a:t>Работа</a:t>
            </a:r>
            <a:r>
              <a:rPr lang="en" sz="2800" dirty="0" smtClean="0">
                <a:solidFill>
                  <a:schemeClr val="accent2"/>
                </a:solidFill>
              </a:rPr>
              <a:t> ‘Server’</a:t>
            </a:r>
            <a:r>
              <a:rPr lang="en" sz="2800" dirty="0" smtClean="0">
                <a:solidFill>
                  <a:schemeClr val="accent6"/>
                </a:solidFill>
              </a:rPr>
              <a:t>{</a:t>
            </a:r>
            <a:endParaRPr sz="2800" dirty="0">
              <a:solidFill>
                <a:schemeClr val="accent3"/>
              </a:solidFill>
            </a:endParaRPr>
          </a:p>
        </p:txBody>
      </p:sp>
      <p:grpSp>
        <p:nvGrpSpPr>
          <p:cNvPr id="2" name="Google Shape;462;p27"/>
          <p:cNvGrpSpPr/>
          <p:nvPr/>
        </p:nvGrpSpPr>
        <p:grpSpPr>
          <a:xfrm>
            <a:off x="1413525" y="2067694"/>
            <a:ext cx="506100" cy="2105579"/>
            <a:chOff x="1413525" y="1759900"/>
            <a:chExt cx="506100" cy="2413373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15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server</a:t>
            </a:r>
            <a:r>
              <a:rPr lang="en" sz="1400" dirty="0" smtClean="0">
                <a:solidFill>
                  <a:schemeClr val="accent3"/>
                </a:solidFill>
              </a:rPr>
              <a:t>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1400" dirty="0" smtClean="0"/>
              <a:t>client.cpp</a:t>
            </a:r>
            <a:endParaRPr lang="en-US" sz="1400" dirty="0"/>
          </a:p>
        </p:txBody>
      </p:sp>
      <p:sp>
        <p:nvSpPr>
          <p:cNvPr id="22" name="Google Shape;853;p42"/>
          <p:cNvSpPr txBox="1">
            <a:spLocks noGrp="1"/>
          </p:cNvSpPr>
          <p:nvPr>
            <p:ph type="subTitle" idx="1"/>
          </p:nvPr>
        </p:nvSpPr>
        <p:spPr>
          <a:xfrm>
            <a:off x="1763688" y="1779662"/>
            <a:ext cx="3627600" cy="20162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400" dirty="0"/>
              <a:t>&lt; </a:t>
            </a:r>
            <a:r>
              <a:rPr lang="ru-RU" sz="1400" dirty="0" smtClean="0"/>
              <a:t>Далее разберем суть работы функции </a:t>
            </a:r>
            <a:r>
              <a:rPr lang="en-US" sz="1400" dirty="0" smtClean="0"/>
              <a:t>main: </a:t>
            </a:r>
            <a:r>
              <a:rPr lang="ru-RU" sz="1400" dirty="0" smtClean="0"/>
              <a:t>Это </a:t>
            </a:r>
            <a:r>
              <a:rPr lang="ru-RU" sz="1400" b="1" dirty="0" smtClean="0"/>
              <a:t>точка входа сервера</a:t>
            </a:r>
            <a:r>
              <a:rPr lang="ru-RU" sz="1400" dirty="0" smtClean="0"/>
              <a:t>: инициализирует сеть, загадывает число и бесконечно принимает новых клиентов, запуская для каждого отдельный поток.</a:t>
            </a:r>
            <a:r>
              <a:rPr lang="en-US" sz="1400" dirty="0" smtClean="0"/>
              <a:t> </a:t>
            </a:r>
            <a:r>
              <a:rPr lang="ru-RU" sz="1400" dirty="0" err="1" smtClean="0"/>
              <a:t>secretNumber</a:t>
            </a:r>
            <a:r>
              <a:rPr lang="ru-RU" sz="1400" dirty="0" smtClean="0"/>
              <a:t> генерируется </a:t>
            </a:r>
            <a:r>
              <a:rPr lang="ru-RU" sz="1400" b="1" dirty="0" smtClean="0"/>
              <a:t>один раз при старте сервера</a:t>
            </a:r>
            <a:r>
              <a:rPr lang="ru-RU" sz="1400" dirty="0" smtClean="0"/>
              <a:t> — все клиенты угадывают одно и то же число.</a:t>
            </a:r>
            <a:r>
              <a:rPr lang="en-US" sz="1400" dirty="0" smtClean="0"/>
              <a:t> </a:t>
            </a:r>
            <a:r>
              <a:rPr lang="en" sz="1400" dirty="0" smtClean="0"/>
              <a:t>&gt;</a:t>
            </a:r>
            <a:endParaRPr sz="1400" dirty="0"/>
          </a:p>
        </p:txBody>
      </p:sp>
      <p:grpSp>
        <p:nvGrpSpPr>
          <p:cNvPr id="25" name="Google Shape;2531;p48"/>
          <p:cNvGrpSpPr/>
          <p:nvPr/>
        </p:nvGrpSpPr>
        <p:grpSpPr>
          <a:xfrm>
            <a:off x="5580112" y="948075"/>
            <a:ext cx="3439196" cy="2775803"/>
            <a:chOff x="4994678" y="1173377"/>
            <a:chExt cx="3439196" cy="2775803"/>
          </a:xfrm>
        </p:grpSpPr>
        <p:grpSp>
          <p:nvGrpSpPr>
            <p:cNvPr id="26" name="Google Shape;2532;p48"/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8" name="Google Shape;2533;p48"/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30" name="Google Shape;2534;p48"/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32" name="Google Shape;2535;p48"/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33" name="Google Shape;2536;p48"/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31" name="Google Shape;2537;p48"/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9" name="Google Shape;2538;p48"/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7" name="Google Shape;2539;p48"/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8144" y="1131590"/>
            <a:ext cx="288032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</a:rPr>
              <a:t>Работа</a:t>
            </a:r>
            <a:r>
              <a:rPr lang="en" dirty="0" smtClean="0">
                <a:solidFill>
                  <a:schemeClr val="accent2"/>
                </a:solidFill>
              </a:rPr>
              <a:t> ‘</a:t>
            </a:r>
            <a:r>
              <a:rPr lang="en-US" dirty="0" smtClean="0">
                <a:solidFill>
                  <a:schemeClr val="accent2"/>
                </a:solidFill>
              </a:rPr>
              <a:t>Client</a:t>
            </a:r>
            <a:r>
              <a:rPr lang="en" dirty="0" smtClean="0">
                <a:solidFill>
                  <a:schemeClr val="accent2"/>
                </a:solidFill>
              </a:rPr>
              <a:t>’</a:t>
            </a:r>
            <a:r>
              <a:rPr lang="en" dirty="0" smtClean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853" name="Google Shape;853;p42"/>
          <p:cNvSpPr txBox="1">
            <a:spLocks noGrp="1"/>
          </p:cNvSpPr>
          <p:nvPr>
            <p:ph type="subTitle" idx="1"/>
          </p:nvPr>
        </p:nvSpPr>
        <p:spPr>
          <a:xfrm>
            <a:off x="1619672" y="2283718"/>
            <a:ext cx="3627600" cy="18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 </a:t>
            </a:r>
            <a:r>
              <a:rPr lang="ru-RU" dirty="0" smtClean="0"/>
              <a:t>В </a:t>
            </a:r>
            <a:r>
              <a:rPr lang="en-US" dirty="0" smtClean="0"/>
              <a:t>client.cpp </a:t>
            </a:r>
            <a:r>
              <a:rPr lang="ru-RU" dirty="0" smtClean="0"/>
              <a:t>одна функция </a:t>
            </a:r>
            <a:r>
              <a:rPr lang="en-US" dirty="0" smtClean="0"/>
              <a:t>main, </a:t>
            </a:r>
            <a:r>
              <a:rPr lang="ru-RU" dirty="0" smtClean="0"/>
              <a:t>разберем ее работу. Клиент подключается к серверу, в цикле отправляет числа пользователя, получает текстовые подсказки и завершает игру при получении WIN: или разрыве соединения. </a:t>
            </a:r>
            <a:r>
              <a:rPr lang="en" dirty="0" smtClean="0"/>
              <a:t>&gt;</a:t>
            </a:r>
            <a:endParaRPr dirty="0"/>
          </a:p>
        </p:txBody>
      </p:sp>
      <p:sp>
        <p:nvSpPr>
          <p:cNvPr id="855" name="Google Shape;855;p42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server.cpp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56" name="Google Shape;856;p42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client.cpp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" name="Google Shape;858;p42"/>
          <p:cNvGrpSpPr/>
          <p:nvPr/>
        </p:nvGrpSpPr>
        <p:grpSpPr>
          <a:xfrm>
            <a:off x="1084825" y="2556550"/>
            <a:ext cx="506100" cy="2013475"/>
            <a:chOff x="1084825" y="2556550"/>
            <a:chExt cx="506100" cy="2013475"/>
          </a:xfrm>
        </p:grpSpPr>
        <p:sp>
          <p:nvSpPr>
            <p:cNvPr id="859" name="Google Shape;859;p42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860" name="Google Shape;860;p42"/>
            <p:cNvCxnSpPr/>
            <p:nvPr/>
          </p:nvCxnSpPr>
          <p:spPr>
            <a:xfrm>
              <a:off x="1337875" y="2556550"/>
              <a:ext cx="0" cy="1377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8104" y="555526"/>
            <a:ext cx="326390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Заключение</a:t>
            </a:r>
            <a:r>
              <a:rPr lang="en" dirty="0" smtClean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907704" y="1275606"/>
            <a:ext cx="1224136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Сокеты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3032891" y="1261450"/>
            <a:ext cx="4347421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accent6"/>
                </a:solidFill>
                <a:latin typeface="Fira Code" charset="0"/>
                <a:ea typeface="Fira Code" charset="0"/>
                <a:cs typeface="Fira Code" charset="0"/>
              </a:rPr>
              <a:t>Использовались для сетевого обмена данными по протоколу TCP через функции отправки и получения.</a:t>
            </a:r>
            <a:endParaRPr dirty="0">
              <a:solidFill>
                <a:schemeClr val="accent6"/>
              </a:solidFill>
              <a:latin typeface="Fira Code" charset="0"/>
              <a:ea typeface="Fira Code" charset="0"/>
              <a:cs typeface="Fira Code" charset="0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2068425" y="198400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Потоки</a:t>
            </a:r>
            <a:endParaRPr sz="20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326924" y="1984008"/>
            <a:ext cx="5133508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accent6"/>
                </a:solidFill>
                <a:latin typeface="Fira Code" charset="0"/>
                <a:ea typeface="Fira Code" charset="0"/>
                <a:cs typeface="Fira Code" charset="0"/>
              </a:rPr>
              <a:t>Каждый клиент обслуживается в отдельном потоке — это позволяет серверу работать с несколькими игроками одновременно без блокировок</a:t>
            </a:r>
            <a:endParaRPr dirty="0">
              <a:solidFill>
                <a:schemeClr val="accent6"/>
              </a:solidFill>
              <a:latin typeface="Fira Code" charset="0"/>
              <a:ea typeface="Fira Code" charset="0"/>
              <a:cs typeface="Fira Code" charset="0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2505724" y="2706550"/>
            <a:ext cx="156221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Указатели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4067943" y="2787774"/>
            <a:ext cx="4536505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accent6"/>
                </a:solidFill>
                <a:latin typeface="Fira Code" charset="0"/>
                <a:ea typeface="Fira Code" charset="0"/>
                <a:cs typeface="Fira Code" charset="0"/>
              </a:rPr>
              <a:t>Через указатели в сетевые функции передавались структуры настроек и буферы данных</a:t>
            </a:r>
            <a:r>
              <a:rPr lang="ru-RU" dirty="0" smtClean="0"/>
              <a:t>.</a:t>
            </a:r>
            <a:endParaRPr dirty="0">
              <a:solidFill>
                <a:schemeClr val="accent6"/>
              </a:solidFill>
              <a:latin typeface="Fira Code" charset="0"/>
              <a:ea typeface="Fira Code" charset="0"/>
              <a:cs typeface="Fira Code" charset="0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2924774" y="3429125"/>
            <a:ext cx="1791241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Управление памятью</a:t>
            </a:r>
            <a:endParaRPr sz="20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4644008" y="3507854"/>
            <a:ext cx="4499992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accent6"/>
                </a:solidFill>
                <a:latin typeface="Fira Code" charset="0"/>
                <a:ea typeface="Fira Code" charset="0"/>
                <a:cs typeface="Fira Code" charset="0"/>
              </a:rPr>
              <a:t>Преимущественно автоматическая (стек), вручную освобождались только служебные сетевые структуры.</a:t>
            </a:r>
            <a:endParaRPr dirty="0">
              <a:solidFill>
                <a:schemeClr val="accent6"/>
              </a:solidFill>
              <a:latin typeface="Fira Code" charset="0"/>
              <a:ea typeface="Fira Code" charset="0"/>
              <a:cs typeface="Fira Code" charset="0"/>
              <a:sym typeface="Fira Code"/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en-US" dirty="0" smtClean="0">
                <a:solidFill>
                  <a:schemeClr val="accent3"/>
                </a:solidFill>
              </a:rPr>
              <a:t>server.cpp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en-US" dirty="0" smtClean="0">
                <a:solidFill>
                  <a:schemeClr val="accent3"/>
                </a:solidFill>
              </a:rPr>
              <a:t>client.cpp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/>
          <p:nvPr/>
        </p:nvCxnSpPr>
        <p:spPr>
          <a:xfrm>
            <a:off x="1337875" y="1553675"/>
            <a:ext cx="209789" cy="996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353805" cy="751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2998763"/>
            <a:ext cx="785853" cy="5035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721325"/>
            <a:ext cx="1001877" cy="255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11997;p64"/>
          <p:cNvGrpSpPr/>
          <p:nvPr/>
        </p:nvGrpSpPr>
        <p:grpSpPr>
          <a:xfrm>
            <a:off x="2483768" y="3579862"/>
            <a:ext cx="351615" cy="350373"/>
            <a:chOff x="6203579" y="3348981"/>
            <a:chExt cx="351615" cy="350373"/>
          </a:xfrm>
        </p:grpSpPr>
        <p:sp>
          <p:nvSpPr>
            <p:cNvPr id="26" name="Google Shape;11998;p64"/>
            <p:cNvSpPr/>
            <p:nvPr/>
          </p:nvSpPr>
          <p:spPr>
            <a:xfrm>
              <a:off x="6377667" y="3404249"/>
              <a:ext cx="93686" cy="58072"/>
            </a:xfrm>
            <a:custGeom>
              <a:avLst/>
              <a:gdLst/>
              <a:ahLst/>
              <a:cxnLst/>
              <a:rect l="l" t="t" r="r" b="b"/>
              <a:pathLst>
                <a:path w="2941" h="1823" extrusionOk="0">
                  <a:moveTo>
                    <a:pt x="644" y="0"/>
                  </a:moveTo>
                  <a:cubicBezTo>
                    <a:pt x="467" y="0"/>
                    <a:pt x="288" y="39"/>
                    <a:pt x="119" y="120"/>
                  </a:cubicBezTo>
                  <a:cubicBezTo>
                    <a:pt x="36" y="155"/>
                    <a:pt x="0" y="251"/>
                    <a:pt x="36" y="322"/>
                  </a:cubicBezTo>
                  <a:cubicBezTo>
                    <a:pt x="70" y="374"/>
                    <a:pt x="129" y="413"/>
                    <a:pt x="186" y="413"/>
                  </a:cubicBezTo>
                  <a:cubicBezTo>
                    <a:pt x="208" y="413"/>
                    <a:pt x="230" y="407"/>
                    <a:pt x="250" y="394"/>
                  </a:cubicBezTo>
                  <a:cubicBezTo>
                    <a:pt x="370" y="337"/>
                    <a:pt x="498" y="310"/>
                    <a:pt x="625" y="310"/>
                  </a:cubicBezTo>
                  <a:cubicBezTo>
                    <a:pt x="950" y="310"/>
                    <a:pt x="1269" y="487"/>
                    <a:pt x="1441" y="786"/>
                  </a:cubicBezTo>
                  <a:cubicBezTo>
                    <a:pt x="1215" y="1036"/>
                    <a:pt x="1143" y="1406"/>
                    <a:pt x="1286" y="1739"/>
                  </a:cubicBezTo>
                  <a:cubicBezTo>
                    <a:pt x="1322" y="1798"/>
                    <a:pt x="1381" y="1822"/>
                    <a:pt x="1441" y="1822"/>
                  </a:cubicBezTo>
                  <a:cubicBezTo>
                    <a:pt x="1560" y="1822"/>
                    <a:pt x="1631" y="1703"/>
                    <a:pt x="1584" y="1608"/>
                  </a:cubicBezTo>
                  <a:cubicBezTo>
                    <a:pt x="1453" y="1322"/>
                    <a:pt x="1572" y="989"/>
                    <a:pt x="1858" y="858"/>
                  </a:cubicBezTo>
                  <a:cubicBezTo>
                    <a:pt x="1936" y="822"/>
                    <a:pt x="2017" y="805"/>
                    <a:pt x="2096" y="805"/>
                  </a:cubicBezTo>
                  <a:cubicBezTo>
                    <a:pt x="2305" y="805"/>
                    <a:pt x="2501" y="924"/>
                    <a:pt x="2596" y="1132"/>
                  </a:cubicBezTo>
                  <a:cubicBezTo>
                    <a:pt x="2631" y="1193"/>
                    <a:pt x="2699" y="1229"/>
                    <a:pt x="2760" y="1229"/>
                  </a:cubicBezTo>
                  <a:cubicBezTo>
                    <a:pt x="2782" y="1229"/>
                    <a:pt x="2803" y="1224"/>
                    <a:pt x="2822" y="1215"/>
                  </a:cubicBezTo>
                  <a:cubicBezTo>
                    <a:pt x="2893" y="1167"/>
                    <a:pt x="2941" y="1084"/>
                    <a:pt x="2893" y="1013"/>
                  </a:cubicBezTo>
                  <a:cubicBezTo>
                    <a:pt x="2757" y="696"/>
                    <a:pt x="2448" y="503"/>
                    <a:pt x="2108" y="503"/>
                  </a:cubicBezTo>
                  <a:cubicBezTo>
                    <a:pt x="1975" y="503"/>
                    <a:pt x="1837" y="532"/>
                    <a:pt x="1703" y="596"/>
                  </a:cubicBezTo>
                  <a:cubicBezTo>
                    <a:pt x="1476" y="218"/>
                    <a:pt x="1066" y="0"/>
                    <a:pt x="64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999;p64"/>
            <p:cNvSpPr/>
            <p:nvPr/>
          </p:nvSpPr>
          <p:spPr>
            <a:xfrm>
              <a:off x="6260090" y="3449611"/>
              <a:ext cx="76643" cy="44947"/>
            </a:xfrm>
            <a:custGeom>
              <a:avLst/>
              <a:gdLst/>
              <a:ahLst/>
              <a:cxnLst/>
              <a:rect l="l" t="t" r="r" b="b"/>
              <a:pathLst>
                <a:path w="2406" h="1411" extrusionOk="0">
                  <a:moveTo>
                    <a:pt x="1868" y="0"/>
                  </a:moveTo>
                  <a:cubicBezTo>
                    <a:pt x="1523" y="0"/>
                    <a:pt x="1190" y="178"/>
                    <a:pt x="1012" y="541"/>
                  </a:cubicBezTo>
                  <a:cubicBezTo>
                    <a:pt x="891" y="501"/>
                    <a:pt x="765" y="480"/>
                    <a:pt x="638" y="480"/>
                  </a:cubicBezTo>
                  <a:cubicBezTo>
                    <a:pt x="466" y="480"/>
                    <a:pt x="291" y="518"/>
                    <a:pt x="119" y="601"/>
                  </a:cubicBezTo>
                  <a:cubicBezTo>
                    <a:pt x="36" y="636"/>
                    <a:pt x="0" y="732"/>
                    <a:pt x="36" y="803"/>
                  </a:cubicBezTo>
                  <a:cubicBezTo>
                    <a:pt x="70" y="855"/>
                    <a:pt x="129" y="894"/>
                    <a:pt x="186" y="894"/>
                  </a:cubicBezTo>
                  <a:cubicBezTo>
                    <a:pt x="209" y="894"/>
                    <a:pt x="230" y="888"/>
                    <a:pt x="250" y="875"/>
                  </a:cubicBezTo>
                  <a:cubicBezTo>
                    <a:pt x="375" y="820"/>
                    <a:pt x="506" y="794"/>
                    <a:pt x="636" y="794"/>
                  </a:cubicBezTo>
                  <a:cubicBezTo>
                    <a:pt x="990" y="794"/>
                    <a:pt x="1332" y="987"/>
                    <a:pt x="1489" y="1327"/>
                  </a:cubicBezTo>
                  <a:cubicBezTo>
                    <a:pt x="1512" y="1386"/>
                    <a:pt x="1572" y="1410"/>
                    <a:pt x="1631" y="1410"/>
                  </a:cubicBezTo>
                  <a:cubicBezTo>
                    <a:pt x="1750" y="1410"/>
                    <a:pt x="1822" y="1291"/>
                    <a:pt x="1786" y="1196"/>
                  </a:cubicBezTo>
                  <a:cubicBezTo>
                    <a:pt x="1679" y="970"/>
                    <a:pt x="1500" y="779"/>
                    <a:pt x="1310" y="660"/>
                  </a:cubicBezTo>
                  <a:cubicBezTo>
                    <a:pt x="1435" y="426"/>
                    <a:pt x="1654" y="315"/>
                    <a:pt x="1877" y="315"/>
                  </a:cubicBezTo>
                  <a:cubicBezTo>
                    <a:pt x="1971" y="315"/>
                    <a:pt x="2067" y="335"/>
                    <a:pt x="2155" y="374"/>
                  </a:cubicBezTo>
                  <a:cubicBezTo>
                    <a:pt x="2175" y="388"/>
                    <a:pt x="2198" y="394"/>
                    <a:pt x="2221" y="394"/>
                  </a:cubicBezTo>
                  <a:cubicBezTo>
                    <a:pt x="2280" y="394"/>
                    <a:pt x="2341" y="355"/>
                    <a:pt x="2358" y="303"/>
                  </a:cubicBezTo>
                  <a:cubicBezTo>
                    <a:pt x="2405" y="220"/>
                    <a:pt x="2358" y="124"/>
                    <a:pt x="2286" y="89"/>
                  </a:cubicBezTo>
                  <a:cubicBezTo>
                    <a:pt x="2151" y="30"/>
                    <a:pt x="2009" y="0"/>
                    <a:pt x="18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000;p64"/>
            <p:cNvSpPr/>
            <p:nvPr/>
          </p:nvSpPr>
          <p:spPr>
            <a:xfrm>
              <a:off x="6415574" y="3498349"/>
              <a:ext cx="49343" cy="21598"/>
            </a:xfrm>
            <a:custGeom>
              <a:avLst/>
              <a:gdLst/>
              <a:ahLst/>
              <a:cxnLst/>
              <a:rect l="l" t="t" r="r" b="b"/>
              <a:pathLst>
                <a:path w="1549" h="678" extrusionOk="0">
                  <a:moveTo>
                    <a:pt x="642" y="1"/>
                  </a:moveTo>
                  <a:cubicBezTo>
                    <a:pt x="446" y="1"/>
                    <a:pt x="250" y="58"/>
                    <a:pt x="84" y="178"/>
                  </a:cubicBezTo>
                  <a:cubicBezTo>
                    <a:pt x="13" y="237"/>
                    <a:pt x="1" y="333"/>
                    <a:pt x="37" y="404"/>
                  </a:cubicBezTo>
                  <a:cubicBezTo>
                    <a:pt x="75" y="450"/>
                    <a:pt x="128" y="477"/>
                    <a:pt x="180" y="477"/>
                  </a:cubicBezTo>
                  <a:cubicBezTo>
                    <a:pt x="209" y="477"/>
                    <a:pt x="237" y="469"/>
                    <a:pt x="263" y="452"/>
                  </a:cubicBezTo>
                  <a:cubicBezTo>
                    <a:pt x="382" y="366"/>
                    <a:pt x="521" y="324"/>
                    <a:pt x="659" y="324"/>
                  </a:cubicBezTo>
                  <a:cubicBezTo>
                    <a:pt x="865" y="324"/>
                    <a:pt x="1068" y="417"/>
                    <a:pt x="1203" y="595"/>
                  </a:cubicBezTo>
                  <a:cubicBezTo>
                    <a:pt x="1227" y="642"/>
                    <a:pt x="1275" y="678"/>
                    <a:pt x="1334" y="678"/>
                  </a:cubicBezTo>
                  <a:cubicBezTo>
                    <a:pt x="1465" y="678"/>
                    <a:pt x="1549" y="523"/>
                    <a:pt x="1465" y="416"/>
                  </a:cubicBezTo>
                  <a:cubicBezTo>
                    <a:pt x="1268" y="146"/>
                    <a:pt x="954" y="1"/>
                    <a:pt x="6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001;p64"/>
            <p:cNvSpPr/>
            <p:nvPr/>
          </p:nvSpPr>
          <p:spPr>
            <a:xfrm>
              <a:off x="6344283" y="3473247"/>
              <a:ext cx="41380" cy="32301"/>
            </a:xfrm>
            <a:custGeom>
              <a:avLst/>
              <a:gdLst/>
              <a:ahLst/>
              <a:cxnLst/>
              <a:rect l="l" t="t" r="r" b="b"/>
              <a:pathLst>
                <a:path w="1299" h="1014" extrusionOk="0">
                  <a:moveTo>
                    <a:pt x="1122" y="0"/>
                  </a:moveTo>
                  <a:cubicBezTo>
                    <a:pt x="1048" y="0"/>
                    <a:pt x="986" y="56"/>
                    <a:pt x="953" y="133"/>
                  </a:cubicBezTo>
                  <a:cubicBezTo>
                    <a:pt x="899" y="455"/>
                    <a:pt x="612" y="701"/>
                    <a:pt x="293" y="701"/>
                  </a:cubicBezTo>
                  <a:cubicBezTo>
                    <a:pt x="259" y="701"/>
                    <a:pt x="225" y="698"/>
                    <a:pt x="191" y="692"/>
                  </a:cubicBezTo>
                  <a:cubicBezTo>
                    <a:pt x="178" y="689"/>
                    <a:pt x="166" y="687"/>
                    <a:pt x="155" y="687"/>
                  </a:cubicBezTo>
                  <a:cubicBezTo>
                    <a:pt x="87" y="687"/>
                    <a:pt x="33" y="742"/>
                    <a:pt x="12" y="823"/>
                  </a:cubicBezTo>
                  <a:cubicBezTo>
                    <a:pt x="0" y="906"/>
                    <a:pt x="60" y="990"/>
                    <a:pt x="155" y="1002"/>
                  </a:cubicBezTo>
                  <a:cubicBezTo>
                    <a:pt x="215" y="1014"/>
                    <a:pt x="250" y="1014"/>
                    <a:pt x="310" y="1014"/>
                  </a:cubicBezTo>
                  <a:cubicBezTo>
                    <a:pt x="774" y="1014"/>
                    <a:pt x="1203" y="668"/>
                    <a:pt x="1286" y="180"/>
                  </a:cubicBezTo>
                  <a:cubicBezTo>
                    <a:pt x="1298" y="97"/>
                    <a:pt x="1239" y="13"/>
                    <a:pt x="1143" y="2"/>
                  </a:cubicBezTo>
                  <a:cubicBezTo>
                    <a:pt x="1136" y="1"/>
                    <a:pt x="1129" y="0"/>
                    <a:pt x="11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002;p64"/>
            <p:cNvSpPr/>
            <p:nvPr/>
          </p:nvSpPr>
          <p:spPr>
            <a:xfrm>
              <a:off x="6203579" y="3348981"/>
              <a:ext cx="351615" cy="350373"/>
            </a:xfrm>
            <a:custGeom>
              <a:avLst/>
              <a:gdLst/>
              <a:ahLst/>
              <a:cxnLst/>
              <a:rect l="l" t="t" r="r" b="b"/>
              <a:pathLst>
                <a:path w="11038" h="10999" extrusionOk="0">
                  <a:moveTo>
                    <a:pt x="4995" y="1"/>
                  </a:moveTo>
                  <a:cubicBezTo>
                    <a:pt x="4687" y="1"/>
                    <a:pt x="4370" y="111"/>
                    <a:pt x="4132" y="331"/>
                  </a:cubicBezTo>
                  <a:cubicBezTo>
                    <a:pt x="3987" y="258"/>
                    <a:pt x="3828" y="224"/>
                    <a:pt x="3666" y="224"/>
                  </a:cubicBezTo>
                  <a:cubicBezTo>
                    <a:pt x="3298" y="224"/>
                    <a:pt x="2919" y="402"/>
                    <a:pt x="2679" y="700"/>
                  </a:cubicBezTo>
                  <a:cubicBezTo>
                    <a:pt x="2642" y="695"/>
                    <a:pt x="2604" y="692"/>
                    <a:pt x="2566" y="692"/>
                  </a:cubicBezTo>
                  <a:cubicBezTo>
                    <a:pt x="2064" y="692"/>
                    <a:pt x="1551" y="1122"/>
                    <a:pt x="1429" y="1676"/>
                  </a:cubicBezTo>
                  <a:cubicBezTo>
                    <a:pt x="881" y="1795"/>
                    <a:pt x="488" y="2462"/>
                    <a:pt x="643" y="3081"/>
                  </a:cubicBezTo>
                  <a:cubicBezTo>
                    <a:pt x="84" y="3379"/>
                    <a:pt x="0" y="4248"/>
                    <a:pt x="441" y="4784"/>
                  </a:cubicBezTo>
                  <a:cubicBezTo>
                    <a:pt x="336" y="5477"/>
                    <a:pt x="852" y="6142"/>
                    <a:pt x="1432" y="6142"/>
                  </a:cubicBezTo>
                  <a:cubicBezTo>
                    <a:pt x="1510" y="6142"/>
                    <a:pt x="1589" y="6130"/>
                    <a:pt x="1667" y="6105"/>
                  </a:cubicBezTo>
                  <a:cubicBezTo>
                    <a:pt x="1827" y="6308"/>
                    <a:pt x="2150" y="6444"/>
                    <a:pt x="2456" y="6444"/>
                  </a:cubicBezTo>
                  <a:cubicBezTo>
                    <a:pt x="2491" y="6444"/>
                    <a:pt x="2526" y="6442"/>
                    <a:pt x="2560" y="6439"/>
                  </a:cubicBezTo>
                  <a:cubicBezTo>
                    <a:pt x="3002" y="7378"/>
                    <a:pt x="3681" y="7769"/>
                    <a:pt x="4568" y="7769"/>
                  </a:cubicBezTo>
                  <a:cubicBezTo>
                    <a:pt x="4805" y="7769"/>
                    <a:pt x="5056" y="7741"/>
                    <a:pt x="5322" y="7689"/>
                  </a:cubicBezTo>
                  <a:cubicBezTo>
                    <a:pt x="5429" y="8070"/>
                    <a:pt x="5715" y="8534"/>
                    <a:pt x="6382" y="8915"/>
                  </a:cubicBezTo>
                  <a:cubicBezTo>
                    <a:pt x="7454" y="9534"/>
                    <a:pt x="7965" y="10022"/>
                    <a:pt x="8037" y="10487"/>
                  </a:cubicBezTo>
                  <a:cubicBezTo>
                    <a:pt x="8085" y="10796"/>
                    <a:pt x="8346" y="10999"/>
                    <a:pt x="8644" y="10999"/>
                  </a:cubicBezTo>
                  <a:cubicBezTo>
                    <a:pt x="9049" y="10999"/>
                    <a:pt x="9323" y="10630"/>
                    <a:pt x="9251" y="10260"/>
                  </a:cubicBezTo>
                  <a:lnTo>
                    <a:pt x="8835" y="8355"/>
                  </a:lnTo>
                  <a:cubicBezTo>
                    <a:pt x="9275" y="8260"/>
                    <a:pt x="9573" y="7927"/>
                    <a:pt x="9620" y="7593"/>
                  </a:cubicBezTo>
                  <a:cubicBezTo>
                    <a:pt x="9656" y="7308"/>
                    <a:pt x="9763" y="7177"/>
                    <a:pt x="9644" y="6867"/>
                  </a:cubicBezTo>
                  <a:cubicBezTo>
                    <a:pt x="10299" y="6808"/>
                    <a:pt x="10752" y="6081"/>
                    <a:pt x="10609" y="5427"/>
                  </a:cubicBezTo>
                  <a:cubicBezTo>
                    <a:pt x="11025" y="5034"/>
                    <a:pt x="11037" y="4212"/>
                    <a:pt x="10585" y="3831"/>
                  </a:cubicBezTo>
                  <a:cubicBezTo>
                    <a:pt x="10656" y="3307"/>
                    <a:pt x="10323" y="2760"/>
                    <a:pt x="9823" y="2545"/>
                  </a:cubicBezTo>
                  <a:cubicBezTo>
                    <a:pt x="9835" y="2355"/>
                    <a:pt x="9787" y="2164"/>
                    <a:pt x="9704" y="1974"/>
                  </a:cubicBezTo>
                  <a:cubicBezTo>
                    <a:pt x="9673" y="1919"/>
                    <a:pt x="9616" y="1890"/>
                    <a:pt x="9560" y="1890"/>
                  </a:cubicBezTo>
                  <a:cubicBezTo>
                    <a:pt x="9531" y="1890"/>
                    <a:pt x="9502" y="1898"/>
                    <a:pt x="9478" y="1914"/>
                  </a:cubicBezTo>
                  <a:cubicBezTo>
                    <a:pt x="9406" y="1950"/>
                    <a:pt x="9370" y="2057"/>
                    <a:pt x="9418" y="2129"/>
                  </a:cubicBezTo>
                  <a:cubicBezTo>
                    <a:pt x="9513" y="2295"/>
                    <a:pt x="9537" y="2474"/>
                    <a:pt x="9489" y="2605"/>
                  </a:cubicBezTo>
                  <a:cubicBezTo>
                    <a:pt x="9466" y="2700"/>
                    <a:pt x="9525" y="2783"/>
                    <a:pt x="9609" y="2819"/>
                  </a:cubicBezTo>
                  <a:cubicBezTo>
                    <a:pt x="10061" y="2926"/>
                    <a:pt x="10371" y="3438"/>
                    <a:pt x="10251" y="3855"/>
                  </a:cubicBezTo>
                  <a:cubicBezTo>
                    <a:pt x="10240" y="3938"/>
                    <a:pt x="10263" y="4010"/>
                    <a:pt x="10323" y="4034"/>
                  </a:cubicBezTo>
                  <a:cubicBezTo>
                    <a:pt x="10609" y="4212"/>
                    <a:pt x="10716" y="4724"/>
                    <a:pt x="10490" y="5105"/>
                  </a:cubicBezTo>
                  <a:cubicBezTo>
                    <a:pt x="10418" y="4950"/>
                    <a:pt x="10299" y="4748"/>
                    <a:pt x="10085" y="4557"/>
                  </a:cubicBezTo>
                  <a:cubicBezTo>
                    <a:pt x="10051" y="4529"/>
                    <a:pt x="10014" y="4514"/>
                    <a:pt x="9978" y="4514"/>
                  </a:cubicBezTo>
                  <a:cubicBezTo>
                    <a:pt x="9939" y="4514"/>
                    <a:pt x="9902" y="4532"/>
                    <a:pt x="9870" y="4569"/>
                  </a:cubicBezTo>
                  <a:cubicBezTo>
                    <a:pt x="9799" y="4653"/>
                    <a:pt x="9799" y="4736"/>
                    <a:pt x="9882" y="4796"/>
                  </a:cubicBezTo>
                  <a:cubicBezTo>
                    <a:pt x="10085" y="4974"/>
                    <a:pt x="10216" y="5200"/>
                    <a:pt x="10287" y="5462"/>
                  </a:cubicBezTo>
                  <a:lnTo>
                    <a:pt x="10287" y="5498"/>
                  </a:lnTo>
                  <a:cubicBezTo>
                    <a:pt x="10463" y="6016"/>
                    <a:pt x="10035" y="6624"/>
                    <a:pt x="9592" y="6624"/>
                  </a:cubicBezTo>
                  <a:cubicBezTo>
                    <a:pt x="9526" y="6624"/>
                    <a:pt x="9459" y="6611"/>
                    <a:pt x="9394" y="6581"/>
                  </a:cubicBezTo>
                  <a:lnTo>
                    <a:pt x="9359" y="6581"/>
                  </a:lnTo>
                  <a:cubicBezTo>
                    <a:pt x="9251" y="6510"/>
                    <a:pt x="9120" y="6462"/>
                    <a:pt x="8989" y="6462"/>
                  </a:cubicBezTo>
                  <a:lnTo>
                    <a:pt x="8180" y="6462"/>
                  </a:lnTo>
                  <a:cubicBezTo>
                    <a:pt x="8096" y="6462"/>
                    <a:pt x="8013" y="6534"/>
                    <a:pt x="8013" y="6629"/>
                  </a:cubicBezTo>
                  <a:cubicBezTo>
                    <a:pt x="8013" y="6712"/>
                    <a:pt x="8096" y="6796"/>
                    <a:pt x="8180" y="6796"/>
                  </a:cubicBezTo>
                  <a:lnTo>
                    <a:pt x="8989" y="6796"/>
                  </a:lnTo>
                  <a:cubicBezTo>
                    <a:pt x="9251" y="6796"/>
                    <a:pt x="9442" y="7046"/>
                    <a:pt x="9370" y="7296"/>
                  </a:cubicBezTo>
                  <a:cubicBezTo>
                    <a:pt x="9370" y="7308"/>
                    <a:pt x="9359" y="7367"/>
                    <a:pt x="9311" y="7605"/>
                  </a:cubicBezTo>
                  <a:cubicBezTo>
                    <a:pt x="9228" y="7927"/>
                    <a:pt x="8942" y="8141"/>
                    <a:pt x="8632" y="8141"/>
                  </a:cubicBezTo>
                  <a:lnTo>
                    <a:pt x="7596" y="8141"/>
                  </a:lnTo>
                  <a:cubicBezTo>
                    <a:pt x="7275" y="8141"/>
                    <a:pt x="6989" y="7927"/>
                    <a:pt x="6918" y="7605"/>
                  </a:cubicBezTo>
                  <a:cubicBezTo>
                    <a:pt x="6870" y="7355"/>
                    <a:pt x="6858" y="7296"/>
                    <a:pt x="6858" y="7296"/>
                  </a:cubicBezTo>
                  <a:cubicBezTo>
                    <a:pt x="6799" y="7046"/>
                    <a:pt x="6977" y="6796"/>
                    <a:pt x="7239" y="6796"/>
                  </a:cubicBezTo>
                  <a:lnTo>
                    <a:pt x="7501" y="6796"/>
                  </a:lnTo>
                  <a:cubicBezTo>
                    <a:pt x="7584" y="6796"/>
                    <a:pt x="7656" y="6712"/>
                    <a:pt x="7656" y="6629"/>
                  </a:cubicBezTo>
                  <a:cubicBezTo>
                    <a:pt x="7656" y="6534"/>
                    <a:pt x="7584" y="6462"/>
                    <a:pt x="7501" y="6462"/>
                  </a:cubicBezTo>
                  <a:lnTo>
                    <a:pt x="7239" y="6462"/>
                  </a:lnTo>
                  <a:cubicBezTo>
                    <a:pt x="6763" y="6462"/>
                    <a:pt x="6430" y="6915"/>
                    <a:pt x="6549" y="7355"/>
                  </a:cubicBezTo>
                  <a:cubicBezTo>
                    <a:pt x="6584" y="7593"/>
                    <a:pt x="6608" y="7665"/>
                    <a:pt x="6608" y="7665"/>
                  </a:cubicBezTo>
                  <a:cubicBezTo>
                    <a:pt x="6727" y="8129"/>
                    <a:pt x="7144" y="8439"/>
                    <a:pt x="7596" y="8439"/>
                  </a:cubicBezTo>
                  <a:lnTo>
                    <a:pt x="8525" y="8439"/>
                  </a:lnTo>
                  <a:lnTo>
                    <a:pt x="8942" y="10380"/>
                  </a:lnTo>
                  <a:cubicBezTo>
                    <a:pt x="8954" y="10463"/>
                    <a:pt x="8942" y="10558"/>
                    <a:pt x="8882" y="10630"/>
                  </a:cubicBezTo>
                  <a:cubicBezTo>
                    <a:pt x="8818" y="10703"/>
                    <a:pt x="8733" y="10737"/>
                    <a:pt x="8650" y="10737"/>
                  </a:cubicBezTo>
                  <a:cubicBezTo>
                    <a:pt x="8517" y="10737"/>
                    <a:pt x="8388" y="10648"/>
                    <a:pt x="8358" y="10487"/>
                  </a:cubicBezTo>
                  <a:cubicBezTo>
                    <a:pt x="8275" y="9903"/>
                    <a:pt x="7739" y="9368"/>
                    <a:pt x="6561" y="8677"/>
                  </a:cubicBezTo>
                  <a:cubicBezTo>
                    <a:pt x="5751" y="8225"/>
                    <a:pt x="5513" y="7570"/>
                    <a:pt x="5620" y="6998"/>
                  </a:cubicBezTo>
                  <a:lnTo>
                    <a:pt x="5620" y="6998"/>
                  </a:lnTo>
                  <a:cubicBezTo>
                    <a:pt x="5918" y="7129"/>
                    <a:pt x="5870" y="7272"/>
                    <a:pt x="6025" y="7272"/>
                  </a:cubicBezTo>
                  <a:cubicBezTo>
                    <a:pt x="6156" y="7272"/>
                    <a:pt x="6227" y="7117"/>
                    <a:pt x="6156" y="7010"/>
                  </a:cubicBezTo>
                  <a:cubicBezTo>
                    <a:pt x="6025" y="6820"/>
                    <a:pt x="5834" y="6712"/>
                    <a:pt x="5620" y="6653"/>
                  </a:cubicBezTo>
                  <a:lnTo>
                    <a:pt x="5584" y="6617"/>
                  </a:lnTo>
                  <a:cubicBezTo>
                    <a:pt x="5560" y="6605"/>
                    <a:pt x="5537" y="6599"/>
                    <a:pt x="5516" y="6599"/>
                  </a:cubicBezTo>
                  <a:cubicBezTo>
                    <a:pt x="5495" y="6599"/>
                    <a:pt x="5477" y="6605"/>
                    <a:pt x="5465" y="6617"/>
                  </a:cubicBezTo>
                  <a:cubicBezTo>
                    <a:pt x="5422" y="6610"/>
                    <a:pt x="5377" y="6607"/>
                    <a:pt x="5333" y="6607"/>
                  </a:cubicBezTo>
                  <a:cubicBezTo>
                    <a:pt x="5145" y="6607"/>
                    <a:pt x="4950" y="6666"/>
                    <a:pt x="4787" y="6772"/>
                  </a:cubicBezTo>
                  <a:cubicBezTo>
                    <a:pt x="4715" y="6831"/>
                    <a:pt x="4703" y="6927"/>
                    <a:pt x="4751" y="6998"/>
                  </a:cubicBezTo>
                  <a:cubicBezTo>
                    <a:pt x="4789" y="7044"/>
                    <a:pt x="4838" y="7071"/>
                    <a:pt x="4886" y="7071"/>
                  </a:cubicBezTo>
                  <a:cubicBezTo>
                    <a:pt x="4913" y="7071"/>
                    <a:pt x="4940" y="7063"/>
                    <a:pt x="4965" y="7046"/>
                  </a:cubicBezTo>
                  <a:cubicBezTo>
                    <a:pt x="5072" y="6974"/>
                    <a:pt x="5191" y="6939"/>
                    <a:pt x="5310" y="6939"/>
                  </a:cubicBezTo>
                  <a:cubicBezTo>
                    <a:pt x="5298" y="7058"/>
                    <a:pt x="5287" y="7224"/>
                    <a:pt x="5298" y="7403"/>
                  </a:cubicBezTo>
                  <a:cubicBezTo>
                    <a:pt x="5049" y="7450"/>
                    <a:pt x="4820" y="7475"/>
                    <a:pt x="4609" y="7475"/>
                  </a:cubicBezTo>
                  <a:cubicBezTo>
                    <a:pt x="3761" y="7475"/>
                    <a:pt x="3208" y="7082"/>
                    <a:pt x="2846" y="6224"/>
                  </a:cubicBezTo>
                  <a:cubicBezTo>
                    <a:pt x="2798" y="6058"/>
                    <a:pt x="2762" y="5796"/>
                    <a:pt x="2798" y="5688"/>
                  </a:cubicBezTo>
                  <a:cubicBezTo>
                    <a:pt x="2822" y="5605"/>
                    <a:pt x="2786" y="5510"/>
                    <a:pt x="2691" y="5486"/>
                  </a:cubicBezTo>
                  <a:cubicBezTo>
                    <a:pt x="2672" y="5478"/>
                    <a:pt x="2652" y="5474"/>
                    <a:pt x="2633" y="5474"/>
                  </a:cubicBezTo>
                  <a:cubicBezTo>
                    <a:pt x="2568" y="5474"/>
                    <a:pt x="2507" y="5517"/>
                    <a:pt x="2489" y="5581"/>
                  </a:cubicBezTo>
                  <a:cubicBezTo>
                    <a:pt x="2429" y="5748"/>
                    <a:pt x="2453" y="5974"/>
                    <a:pt x="2489" y="6141"/>
                  </a:cubicBezTo>
                  <a:cubicBezTo>
                    <a:pt x="2469" y="6142"/>
                    <a:pt x="2450" y="6143"/>
                    <a:pt x="2431" y="6143"/>
                  </a:cubicBezTo>
                  <a:cubicBezTo>
                    <a:pt x="2141" y="6143"/>
                    <a:pt x="1950" y="5980"/>
                    <a:pt x="1905" y="5879"/>
                  </a:cubicBezTo>
                  <a:cubicBezTo>
                    <a:pt x="1893" y="5843"/>
                    <a:pt x="1858" y="5808"/>
                    <a:pt x="1810" y="5796"/>
                  </a:cubicBezTo>
                  <a:cubicBezTo>
                    <a:pt x="1789" y="5787"/>
                    <a:pt x="1771" y="5783"/>
                    <a:pt x="1753" y="5783"/>
                  </a:cubicBezTo>
                  <a:cubicBezTo>
                    <a:pt x="1701" y="5783"/>
                    <a:pt x="1658" y="5816"/>
                    <a:pt x="1596" y="5843"/>
                  </a:cubicBezTo>
                  <a:cubicBezTo>
                    <a:pt x="1552" y="5855"/>
                    <a:pt x="1509" y="5861"/>
                    <a:pt x="1466" y="5861"/>
                  </a:cubicBezTo>
                  <a:cubicBezTo>
                    <a:pt x="1050" y="5861"/>
                    <a:pt x="679" y="5315"/>
                    <a:pt x="798" y="4807"/>
                  </a:cubicBezTo>
                  <a:cubicBezTo>
                    <a:pt x="846" y="4653"/>
                    <a:pt x="643" y="4653"/>
                    <a:pt x="536" y="4260"/>
                  </a:cubicBezTo>
                  <a:cubicBezTo>
                    <a:pt x="417" y="3855"/>
                    <a:pt x="584" y="3462"/>
                    <a:pt x="893" y="3367"/>
                  </a:cubicBezTo>
                  <a:cubicBezTo>
                    <a:pt x="977" y="3343"/>
                    <a:pt x="1036" y="3248"/>
                    <a:pt x="1000" y="3164"/>
                  </a:cubicBezTo>
                  <a:cubicBezTo>
                    <a:pt x="798" y="2664"/>
                    <a:pt x="1131" y="2045"/>
                    <a:pt x="1596" y="2009"/>
                  </a:cubicBezTo>
                  <a:cubicBezTo>
                    <a:pt x="1667" y="2009"/>
                    <a:pt x="1739" y="1950"/>
                    <a:pt x="1739" y="1867"/>
                  </a:cubicBezTo>
                  <a:cubicBezTo>
                    <a:pt x="1781" y="1436"/>
                    <a:pt x="2175" y="1060"/>
                    <a:pt x="2570" y="1060"/>
                  </a:cubicBezTo>
                  <a:cubicBezTo>
                    <a:pt x="2623" y="1060"/>
                    <a:pt x="2675" y="1067"/>
                    <a:pt x="2727" y="1081"/>
                  </a:cubicBezTo>
                  <a:cubicBezTo>
                    <a:pt x="2736" y="1082"/>
                    <a:pt x="2745" y="1083"/>
                    <a:pt x="2754" y="1083"/>
                  </a:cubicBezTo>
                  <a:cubicBezTo>
                    <a:pt x="2816" y="1083"/>
                    <a:pt x="2874" y="1049"/>
                    <a:pt x="2905" y="997"/>
                  </a:cubicBezTo>
                  <a:cubicBezTo>
                    <a:pt x="3065" y="744"/>
                    <a:pt x="3387" y="579"/>
                    <a:pt x="3692" y="579"/>
                  </a:cubicBezTo>
                  <a:cubicBezTo>
                    <a:pt x="3773" y="579"/>
                    <a:pt x="3854" y="591"/>
                    <a:pt x="3929" y="616"/>
                  </a:cubicBezTo>
                  <a:cubicBezTo>
                    <a:pt x="3870" y="700"/>
                    <a:pt x="3810" y="819"/>
                    <a:pt x="3810" y="962"/>
                  </a:cubicBezTo>
                  <a:cubicBezTo>
                    <a:pt x="3774" y="962"/>
                    <a:pt x="3739" y="974"/>
                    <a:pt x="3703" y="974"/>
                  </a:cubicBezTo>
                  <a:cubicBezTo>
                    <a:pt x="3465" y="1045"/>
                    <a:pt x="3298" y="1212"/>
                    <a:pt x="3298" y="1212"/>
                  </a:cubicBezTo>
                  <a:cubicBezTo>
                    <a:pt x="3239" y="1271"/>
                    <a:pt x="3239" y="1378"/>
                    <a:pt x="3298" y="1438"/>
                  </a:cubicBezTo>
                  <a:cubicBezTo>
                    <a:pt x="3328" y="1468"/>
                    <a:pt x="3370" y="1483"/>
                    <a:pt x="3411" y="1483"/>
                  </a:cubicBezTo>
                  <a:cubicBezTo>
                    <a:pt x="3453" y="1483"/>
                    <a:pt x="3495" y="1468"/>
                    <a:pt x="3524" y="1438"/>
                  </a:cubicBezTo>
                  <a:cubicBezTo>
                    <a:pt x="3532" y="1422"/>
                    <a:pt x="3715" y="1247"/>
                    <a:pt x="3964" y="1247"/>
                  </a:cubicBezTo>
                  <a:cubicBezTo>
                    <a:pt x="4094" y="1247"/>
                    <a:pt x="4243" y="1295"/>
                    <a:pt x="4394" y="1438"/>
                  </a:cubicBezTo>
                  <a:cubicBezTo>
                    <a:pt x="4417" y="1462"/>
                    <a:pt x="4465" y="1474"/>
                    <a:pt x="4513" y="1474"/>
                  </a:cubicBezTo>
                  <a:cubicBezTo>
                    <a:pt x="4656" y="1474"/>
                    <a:pt x="4715" y="1295"/>
                    <a:pt x="4632" y="1200"/>
                  </a:cubicBezTo>
                  <a:cubicBezTo>
                    <a:pt x="4465" y="1033"/>
                    <a:pt x="4286" y="962"/>
                    <a:pt x="4132" y="926"/>
                  </a:cubicBezTo>
                  <a:cubicBezTo>
                    <a:pt x="4155" y="819"/>
                    <a:pt x="4251" y="688"/>
                    <a:pt x="4298" y="664"/>
                  </a:cubicBezTo>
                  <a:lnTo>
                    <a:pt x="4298" y="640"/>
                  </a:lnTo>
                  <a:cubicBezTo>
                    <a:pt x="4502" y="424"/>
                    <a:pt x="4770" y="329"/>
                    <a:pt x="5016" y="329"/>
                  </a:cubicBezTo>
                  <a:cubicBezTo>
                    <a:pt x="5257" y="329"/>
                    <a:pt x="5478" y="421"/>
                    <a:pt x="5596" y="581"/>
                  </a:cubicBezTo>
                  <a:cubicBezTo>
                    <a:pt x="5620" y="628"/>
                    <a:pt x="5668" y="640"/>
                    <a:pt x="5715" y="664"/>
                  </a:cubicBezTo>
                  <a:cubicBezTo>
                    <a:pt x="5763" y="664"/>
                    <a:pt x="5799" y="640"/>
                    <a:pt x="5834" y="616"/>
                  </a:cubicBezTo>
                  <a:cubicBezTo>
                    <a:pt x="5984" y="476"/>
                    <a:pt x="6190" y="411"/>
                    <a:pt x="6397" y="411"/>
                  </a:cubicBezTo>
                  <a:cubicBezTo>
                    <a:pt x="6700" y="411"/>
                    <a:pt x="7005" y="552"/>
                    <a:pt x="7132" y="807"/>
                  </a:cubicBezTo>
                  <a:cubicBezTo>
                    <a:pt x="7153" y="869"/>
                    <a:pt x="7210" y="904"/>
                    <a:pt x="7287" y="904"/>
                  </a:cubicBezTo>
                  <a:cubicBezTo>
                    <a:pt x="7299" y="904"/>
                    <a:pt x="7310" y="904"/>
                    <a:pt x="7323" y="902"/>
                  </a:cubicBezTo>
                  <a:cubicBezTo>
                    <a:pt x="7391" y="883"/>
                    <a:pt x="7462" y="874"/>
                    <a:pt x="7533" y="874"/>
                  </a:cubicBezTo>
                  <a:cubicBezTo>
                    <a:pt x="7908" y="874"/>
                    <a:pt x="8292" y="1123"/>
                    <a:pt x="8382" y="1474"/>
                  </a:cubicBezTo>
                  <a:cubicBezTo>
                    <a:pt x="8392" y="1544"/>
                    <a:pt x="8445" y="1598"/>
                    <a:pt x="8519" y="1598"/>
                  </a:cubicBezTo>
                  <a:cubicBezTo>
                    <a:pt x="8533" y="1598"/>
                    <a:pt x="8546" y="1596"/>
                    <a:pt x="8561" y="1593"/>
                  </a:cubicBezTo>
                  <a:cubicBezTo>
                    <a:pt x="8578" y="1591"/>
                    <a:pt x="8595" y="1590"/>
                    <a:pt x="8612" y="1590"/>
                  </a:cubicBezTo>
                  <a:cubicBezTo>
                    <a:pt x="8726" y="1590"/>
                    <a:pt x="8843" y="1624"/>
                    <a:pt x="8978" y="1676"/>
                  </a:cubicBezTo>
                  <a:cubicBezTo>
                    <a:pt x="8994" y="1682"/>
                    <a:pt x="9013" y="1685"/>
                    <a:pt x="9033" y="1685"/>
                  </a:cubicBezTo>
                  <a:cubicBezTo>
                    <a:pt x="9095" y="1685"/>
                    <a:pt x="9162" y="1654"/>
                    <a:pt x="9180" y="1581"/>
                  </a:cubicBezTo>
                  <a:cubicBezTo>
                    <a:pt x="9216" y="1497"/>
                    <a:pt x="9180" y="1402"/>
                    <a:pt x="9097" y="1378"/>
                  </a:cubicBezTo>
                  <a:cubicBezTo>
                    <a:pt x="8942" y="1319"/>
                    <a:pt x="8799" y="1271"/>
                    <a:pt x="8644" y="1271"/>
                  </a:cubicBezTo>
                  <a:cubicBezTo>
                    <a:pt x="8472" y="841"/>
                    <a:pt x="7989" y="547"/>
                    <a:pt x="7502" y="547"/>
                  </a:cubicBezTo>
                  <a:cubicBezTo>
                    <a:pt x="7450" y="547"/>
                    <a:pt x="7398" y="550"/>
                    <a:pt x="7346" y="557"/>
                  </a:cubicBezTo>
                  <a:cubicBezTo>
                    <a:pt x="7145" y="251"/>
                    <a:pt x="6767" y="81"/>
                    <a:pt x="6386" y="81"/>
                  </a:cubicBezTo>
                  <a:cubicBezTo>
                    <a:pt x="6159" y="81"/>
                    <a:pt x="5931" y="142"/>
                    <a:pt x="5739" y="271"/>
                  </a:cubicBezTo>
                  <a:cubicBezTo>
                    <a:pt x="5542" y="91"/>
                    <a:pt x="5272" y="1"/>
                    <a:pt x="49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11425;p63"/>
          <p:cNvSpPr/>
          <p:nvPr/>
        </p:nvSpPr>
        <p:spPr>
          <a:xfrm>
            <a:off x="2195736" y="2787774"/>
            <a:ext cx="357688" cy="357339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4483;p68"/>
          <p:cNvSpPr/>
          <p:nvPr/>
        </p:nvSpPr>
        <p:spPr>
          <a:xfrm>
            <a:off x="1763688" y="2067694"/>
            <a:ext cx="367712" cy="367680"/>
          </a:xfrm>
          <a:custGeom>
            <a:avLst/>
            <a:gdLst/>
            <a:ahLst/>
            <a:cxnLst/>
            <a:rect l="l" t="t" r="r" b="b"/>
            <a:pathLst>
              <a:path w="11491" h="11490" extrusionOk="0">
                <a:moveTo>
                  <a:pt x="5585" y="1643"/>
                </a:moveTo>
                <a:lnTo>
                  <a:pt x="5585" y="3013"/>
                </a:lnTo>
                <a:cubicBezTo>
                  <a:pt x="5322" y="3482"/>
                  <a:pt x="4845" y="3751"/>
                  <a:pt x="4340" y="3751"/>
                </a:cubicBezTo>
                <a:cubicBezTo>
                  <a:pt x="4204" y="3751"/>
                  <a:pt x="4066" y="3732"/>
                  <a:pt x="3930" y="3691"/>
                </a:cubicBezTo>
                <a:lnTo>
                  <a:pt x="2966" y="2727"/>
                </a:lnTo>
                <a:lnTo>
                  <a:pt x="2966" y="2727"/>
                </a:lnTo>
                <a:cubicBezTo>
                  <a:pt x="3070" y="2737"/>
                  <a:pt x="3176" y="2742"/>
                  <a:pt x="3281" y="2742"/>
                </a:cubicBezTo>
                <a:cubicBezTo>
                  <a:pt x="3666" y="2742"/>
                  <a:pt x="4051" y="2672"/>
                  <a:pt x="4406" y="2513"/>
                </a:cubicBezTo>
                <a:cubicBezTo>
                  <a:pt x="4871" y="2322"/>
                  <a:pt x="5275" y="2024"/>
                  <a:pt x="5585" y="1643"/>
                </a:cubicBezTo>
                <a:close/>
                <a:moveTo>
                  <a:pt x="5573" y="3560"/>
                </a:moveTo>
                <a:lnTo>
                  <a:pt x="5573" y="5322"/>
                </a:lnTo>
                <a:lnTo>
                  <a:pt x="4323" y="4084"/>
                </a:lnTo>
                <a:cubicBezTo>
                  <a:pt x="4799" y="4084"/>
                  <a:pt x="5240" y="3882"/>
                  <a:pt x="5573" y="3560"/>
                </a:cubicBezTo>
                <a:close/>
                <a:moveTo>
                  <a:pt x="5918" y="3560"/>
                </a:moveTo>
                <a:cubicBezTo>
                  <a:pt x="6240" y="3882"/>
                  <a:pt x="6692" y="4084"/>
                  <a:pt x="7168" y="4084"/>
                </a:cubicBezTo>
                <a:lnTo>
                  <a:pt x="5918" y="5322"/>
                </a:lnTo>
                <a:lnTo>
                  <a:pt x="5918" y="3560"/>
                </a:lnTo>
                <a:close/>
                <a:moveTo>
                  <a:pt x="2727" y="2965"/>
                </a:moveTo>
                <a:lnTo>
                  <a:pt x="3692" y="3929"/>
                </a:lnTo>
                <a:cubicBezTo>
                  <a:pt x="3894" y="4572"/>
                  <a:pt x="3608" y="5251"/>
                  <a:pt x="3013" y="5584"/>
                </a:cubicBezTo>
                <a:lnTo>
                  <a:pt x="1644" y="5584"/>
                </a:lnTo>
                <a:cubicBezTo>
                  <a:pt x="2025" y="5275"/>
                  <a:pt x="2323" y="4870"/>
                  <a:pt x="2525" y="4406"/>
                </a:cubicBezTo>
                <a:cubicBezTo>
                  <a:pt x="2716" y="3941"/>
                  <a:pt x="2775" y="3453"/>
                  <a:pt x="2727" y="2965"/>
                </a:cubicBezTo>
                <a:close/>
                <a:moveTo>
                  <a:pt x="4085" y="4334"/>
                </a:moveTo>
                <a:lnTo>
                  <a:pt x="5335" y="5584"/>
                </a:lnTo>
                <a:lnTo>
                  <a:pt x="3561" y="5584"/>
                </a:lnTo>
                <a:cubicBezTo>
                  <a:pt x="3894" y="5251"/>
                  <a:pt x="4085" y="4799"/>
                  <a:pt x="4085" y="4334"/>
                </a:cubicBezTo>
                <a:close/>
                <a:moveTo>
                  <a:pt x="7407" y="4334"/>
                </a:moveTo>
                <a:cubicBezTo>
                  <a:pt x="7407" y="4810"/>
                  <a:pt x="7585" y="5251"/>
                  <a:pt x="7919" y="5584"/>
                </a:cubicBezTo>
                <a:lnTo>
                  <a:pt x="6156" y="5584"/>
                </a:lnTo>
                <a:lnTo>
                  <a:pt x="7407" y="4334"/>
                </a:lnTo>
                <a:close/>
                <a:moveTo>
                  <a:pt x="5918" y="1643"/>
                </a:moveTo>
                <a:cubicBezTo>
                  <a:pt x="6228" y="2024"/>
                  <a:pt x="6633" y="2322"/>
                  <a:pt x="7085" y="2513"/>
                </a:cubicBezTo>
                <a:cubicBezTo>
                  <a:pt x="7457" y="2665"/>
                  <a:pt x="7843" y="2741"/>
                  <a:pt x="8239" y="2741"/>
                </a:cubicBezTo>
                <a:cubicBezTo>
                  <a:pt x="8338" y="2741"/>
                  <a:pt x="8438" y="2736"/>
                  <a:pt x="8538" y="2727"/>
                </a:cubicBezTo>
                <a:lnTo>
                  <a:pt x="8538" y="2727"/>
                </a:lnTo>
                <a:lnTo>
                  <a:pt x="8502" y="2751"/>
                </a:lnTo>
                <a:cubicBezTo>
                  <a:pt x="8442" y="2810"/>
                  <a:pt x="8442" y="2929"/>
                  <a:pt x="8502" y="2989"/>
                </a:cubicBezTo>
                <a:cubicBezTo>
                  <a:pt x="8538" y="3025"/>
                  <a:pt x="8573" y="3036"/>
                  <a:pt x="8621" y="3036"/>
                </a:cubicBezTo>
                <a:cubicBezTo>
                  <a:pt x="8669" y="3036"/>
                  <a:pt x="8716" y="3025"/>
                  <a:pt x="8740" y="2989"/>
                </a:cubicBezTo>
                <a:lnTo>
                  <a:pt x="8764" y="2965"/>
                </a:lnTo>
                <a:lnTo>
                  <a:pt x="8764" y="2965"/>
                </a:lnTo>
                <a:cubicBezTo>
                  <a:pt x="8716" y="3453"/>
                  <a:pt x="8788" y="3941"/>
                  <a:pt x="8978" y="4406"/>
                </a:cubicBezTo>
                <a:cubicBezTo>
                  <a:pt x="9169" y="4870"/>
                  <a:pt x="9466" y="5275"/>
                  <a:pt x="9859" y="5584"/>
                </a:cubicBezTo>
                <a:lnTo>
                  <a:pt x="8490" y="5584"/>
                </a:lnTo>
                <a:cubicBezTo>
                  <a:pt x="7895" y="5251"/>
                  <a:pt x="7609" y="4572"/>
                  <a:pt x="7799" y="3929"/>
                </a:cubicBezTo>
                <a:lnTo>
                  <a:pt x="8204" y="3525"/>
                </a:lnTo>
                <a:cubicBezTo>
                  <a:pt x="8264" y="3465"/>
                  <a:pt x="8264" y="3346"/>
                  <a:pt x="8204" y="3286"/>
                </a:cubicBezTo>
                <a:cubicBezTo>
                  <a:pt x="8175" y="3257"/>
                  <a:pt x="8130" y="3242"/>
                  <a:pt x="8085" y="3242"/>
                </a:cubicBezTo>
                <a:cubicBezTo>
                  <a:pt x="8041" y="3242"/>
                  <a:pt x="7996" y="3257"/>
                  <a:pt x="7966" y="3286"/>
                </a:cubicBezTo>
                <a:lnTo>
                  <a:pt x="7561" y="3691"/>
                </a:lnTo>
                <a:cubicBezTo>
                  <a:pt x="7428" y="3731"/>
                  <a:pt x="7293" y="3750"/>
                  <a:pt x="7160" y="3750"/>
                </a:cubicBezTo>
                <a:cubicBezTo>
                  <a:pt x="6652" y="3750"/>
                  <a:pt x="6171" y="3472"/>
                  <a:pt x="5906" y="3001"/>
                </a:cubicBezTo>
                <a:lnTo>
                  <a:pt x="5906" y="1643"/>
                </a:lnTo>
                <a:close/>
                <a:moveTo>
                  <a:pt x="5347" y="5906"/>
                </a:moveTo>
                <a:lnTo>
                  <a:pt x="4097" y="7156"/>
                </a:lnTo>
                <a:cubicBezTo>
                  <a:pt x="4097" y="6680"/>
                  <a:pt x="3918" y="6239"/>
                  <a:pt x="3573" y="5906"/>
                </a:cubicBezTo>
                <a:close/>
                <a:moveTo>
                  <a:pt x="7942" y="5906"/>
                </a:moveTo>
                <a:cubicBezTo>
                  <a:pt x="7609" y="6239"/>
                  <a:pt x="7418" y="6704"/>
                  <a:pt x="7418" y="7156"/>
                </a:cubicBezTo>
                <a:lnTo>
                  <a:pt x="6168" y="5906"/>
                </a:lnTo>
                <a:close/>
                <a:moveTo>
                  <a:pt x="5585" y="6144"/>
                </a:moveTo>
                <a:lnTo>
                  <a:pt x="5585" y="7918"/>
                </a:lnTo>
                <a:cubicBezTo>
                  <a:pt x="5263" y="7585"/>
                  <a:pt x="4811" y="7394"/>
                  <a:pt x="4335" y="7394"/>
                </a:cubicBezTo>
                <a:lnTo>
                  <a:pt x="5585" y="6144"/>
                </a:lnTo>
                <a:close/>
                <a:moveTo>
                  <a:pt x="5918" y="6144"/>
                </a:moveTo>
                <a:lnTo>
                  <a:pt x="7168" y="7394"/>
                </a:lnTo>
                <a:cubicBezTo>
                  <a:pt x="6680" y="7394"/>
                  <a:pt x="6240" y="7573"/>
                  <a:pt x="5918" y="7918"/>
                </a:cubicBezTo>
                <a:lnTo>
                  <a:pt x="5918" y="6144"/>
                </a:lnTo>
                <a:close/>
                <a:moveTo>
                  <a:pt x="9859" y="5906"/>
                </a:moveTo>
                <a:cubicBezTo>
                  <a:pt x="9466" y="6215"/>
                  <a:pt x="9169" y="6620"/>
                  <a:pt x="8978" y="7085"/>
                </a:cubicBezTo>
                <a:cubicBezTo>
                  <a:pt x="8788" y="7549"/>
                  <a:pt x="8728" y="8037"/>
                  <a:pt x="8776" y="8525"/>
                </a:cubicBezTo>
                <a:lnTo>
                  <a:pt x="7799" y="7561"/>
                </a:lnTo>
                <a:cubicBezTo>
                  <a:pt x="7609" y="6918"/>
                  <a:pt x="7895" y="6239"/>
                  <a:pt x="8490" y="5906"/>
                </a:cubicBezTo>
                <a:close/>
                <a:moveTo>
                  <a:pt x="3001" y="5906"/>
                </a:moveTo>
                <a:cubicBezTo>
                  <a:pt x="3597" y="6239"/>
                  <a:pt x="3870" y="6918"/>
                  <a:pt x="3680" y="7561"/>
                </a:cubicBezTo>
                <a:lnTo>
                  <a:pt x="3275" y="7966"/>
                </a:lnTo>
                <a:cubicBezTo>
                  <a:pt x="3216" y="8025"/>
                  <a:pt x="3216" y="8144"/>
                  <a:pt x="3275" y="8204"/>
                </a:cubicBezTo>
                <a:cubicBezTo>
                  <a:pt x="3311" y="8228"/>
                  <a:pt x="3358" y="8251"/>
                  <a:pt x="3394" y="8251"/>
                </a:cubicBezTo>
                <a:cubicBezTo>
                  <a:pt x="3442" y="8251"/>
                  <a:pt x="3489" y="8228"/>
                  <a:pt x="3513" y="8204"/>
                </a:cubicBezTo>
                <a:lnTo>
                  <a:pt x="3918" y="7799"/>
                </a:lnTo>
                <a:cubicBezTo>
                  <a:pt x="4051" y="7759"/>
                  <a:pt x="4186" y="7740"/>
                  <a:pt x="4320" y="7740"/>
                </a:cubicBezTo>
                <a:cubicBezTo>
                  <a:pt x="4828" y="7740"/>
                  <a:pt x="5309" y="8018"/>
                  <a:pt x="5573" y="8490"/>
                </a:cubicBezTo>
                <a:lnTo>
                  <a:pt x="5573" y="9844"/>
                </a:lnTo>
                <a:lnTo>
                  <a:pt x="5573" y="9844"/>
                </a:lnTo>
                <a:cubicBezTo>
                  <a:pt x="5265" y="9458"/>
                  <a:pt x="4865" y="9166"/>
                  <a:pt x="4406" y="8978"/>
                </a:cubicBezTo>
                <a:cubicBezTo>
                  <a:pt x="4049" y="8823"/>
                  <a:pt x="3668" y="8751"/>
                  <a:pt x="3275" y="8751"/>
                </a:cubicBezTo>
                <a:cubicBezTo>
                  <a:pt x="3180" y="8751"/>
                  <a:pt x="3061" y="8751"/>
                  <a:pt x="2954" y="8763"/>
                </a:cubicBezTo>
                <a:lnTo>
                  <a:pt x="2977" y="8740"/>
                </a:lnTo>
                <a:cubicBezTo>
                  <a:pt x="3037" y="8680"/>
                  <a:pt x="3037" y="8561"/>
                  <a:pt x="2977" y="8501"/>
                </a:cubicBezTo>
                <a:cubicBezTo>
                  <a:pt x="2948" y="8472"/>
                  <a:pt x="2903" y="8457"/>
                  <a:pt x="2858" y="8457"/>
                </a:cubicBezTo>
                <a:cubicBezTo>
                  <a:pt x="2814" y="8457"/>
                  <a:pt x="2769" y="8472"/>
                  <a:pt x="2739" y="8501"/>
                </a:cubicBezTo>
                <a:lnTo>
                  <a:pt x="2716" y="8525"/>
                </a:lnTo>
                <a:cubicBezTo>
                  <a:pt x="2775" y="8037"/>
                  <a:pt x="2704" y="7549"/>
                  <a:pt x="2501" y="7085"/>
                </a:cubicBezTo>
                <a:cubicBezTo>
                  <a:pt x="2311" y="6620"/>
                  <a:pt x="2013" y="6227"/>
                  <a:pt x="1632" y="5906"/>
                </a:cubicBezTo>
                <a:close/>
                <a:moveTo>
                  <a:pt x="7165" y="7740"/>
                </a:moveTo>
                <a:cubicBezTo>
                  <a:pt x="7297" y="7740"/>
                  <a:pt x="7430" y="7759"/>
                  <a:pt x="7561" y="7799"/>
                </a:cubicBezTo>
                <a:lnTo>
                  <a:pt x="8538" y="8763"/>
                </a:lnTo>
                <a:cubicBezTo>
                  <a:pt x="8447" y="8757"/>
                  <a:pt x="8357" y="8754"/>
                  <a:pt x="8267" y="8754"/>
                </a:cubicBezTo>
                <a:cubicBezTo>
                  <a:pt x="7861" y="8754"/>
                  <a:pt x="7465" y="8822"/>
                  <a:pt x="7085" y="8978"/>
                </a:cubicBezTo>
                <a:cubicBezTo>
                  <a:pt x="6633" y="9168"/>
                  <a:pt x="6228" y="9466"/>
                  <a:pt x="5918" y="9847"/>
                </a:cubicBezTo>
                <a:lnTo>
                  <a:pt x="5918" y="8490"/>
                </a:lnTo>
                <a:cubicBezTo>
                  <a:pt x="6173" y="8018"/>
                  <a:pt x="6660" y="7740"/>
                  <a:pt x="7165" y="7740"/>
                </a:cubicBezTo>
                <a:close/>
                <a:moveTo>
                  <a:pt x="5752" y="0"/>
                </a:moveTo>
                <a:cubicBezTo>
                  <a:pt x="5656" y="0"/>
                  <a:pt x="5585" y="72"/>
                  <a:pt x="5585" y="167"/>
                </a:cubicBezTo>
                <a:lnTo>
                  <a:pt x="5585" y="1024"/>
                </a:lnTo>
                <a:cubicBezTo>
                  <a:pt x="5299" y="1560"/>
                  <a:pt x="4847" y="1977"/>
                  <a:pt x="4287" y="2203"/>
                </a:cubicBezTo>
                <a:cubicBezTo>
                  <a:pt x="3970" y="2334"/>
                  <a:pt x="3626" y="2397"/>
                  <a:pt x="3281" y="2397"/>
                </a:cubicBezTo>
                <a:cubicBezTo>
                  <a:pt x="3029" y="2397"/>
                  <a:pt x="2778" y="2364"/>
                  <a:pt x="2537" y="2298"/>
                </a:cubicBezTo>
                <a:lnTo>
                  <a:pt x="1918" y="1679"/>
                </a:lnTo>
                <a:cubicBezTo>
                  <a:pt x="1894" y="1649"/>
                  <a:pt x="1849" y="1634"/>
                  <a:pt x="1803" y="1634"/>
                </a:cubicBezTo>
                <a:cubicBezTo>
                  <a:pt x="1757" y="1634"/>
                  <a:pt x="1709" y="1649"/>
                  <a:pt x="1680" y="1679"/>
                </a:cubicBezTo>
                <a:cubicBezTo>
                  <a:pt x="1620" y="1739"/>
                  <a:pt x="1620" y="1858"/>
                  <a:pt x="1680" y="1917"/>
                </a:cubicBezTo>
                <a:lnTo>
                  <a:pt x="2299" y="2536"/>
                </a:lnTo>
                <a:cubicBezTo>
                  <a:pt x="2477" y="3108"/>
                  <a:pt x="2442" y="3727"/>
                  <a:pt x="2204" y="4287"/>
                </a:cubicBezTo>
                <a:cubicBezTo>
                  <a:pt x="1977" y="4834"/>
                  <a:pt x="1549" y="5299"/>
                  <a:pt x="1025" y="5584"/>
                </a:cubicBezTo>
                <a:lnTo>
                  <a:pt x="168" y="5584"/>
                </a:lnTo>
                <a:cubicBezTo>
                  <a:pt x="84" y="5584"/>
                  <a:pt x="1" y="5656"/>
                  <a:pt x="1" y="5751"/>
                </a:cubicBezTo>
                <a:cubicBezTo>
                  <a:pt x="1" y="5834"/>
                  <a:pt x="84" y="5906"/>
                  <a:pt x="168" y="5906"/>
                </a:cubicBezTo>
                <a:lnTo>
                  <a:pt x="1025" y="5906"/>
                </a:lnTo>
                <a:cubicBezTo>
                  <a:pt x="1573" y="6192"/>
                  <a:pt x="1977" y="6656"/>
                  <a:pt x="2204" y="7204"/>
                </a:cubicBezTo>
                <a:cubicBezTo>
                  <a:pt x="2430" y="7751"/>
                  <a:pt x="2465" y="8382"/>
                  <a:pt x="2299" y="8966"/>
                </a:cubicBezTo>
                <a:lnTo>
                  <a:pt x="1680" y="9573"/>
                </a:lnTo>
                <a:cubicBezTo>
                  <a:pt x="1620" y="9632"/>
                  <a:pt x="1620" y="9752"/>
                  <a:pt x="1680" y="9811"/>
                </a:cubicBezTo>
                <a:cubicBezTo>
                  <a:pt x="1715" y="9835"/>
                  <a:pt x="1763" y="9859"/>
                  <a:pt x="1799" y="9859"/>
                </a:cubicBezTo>
                <a:cubicBezTo>
                  <a:pt x="1846" y="9859"/>
                  <a:pt x="1894" y="9835"/>
                  <a:pt x="1918" y="9811"/>
                </a:cubicBezTo>
                <a:lnTo>
                  <a:pt x="2537" y="9204"/>
                </a:lnTo>
                <a:cubicBezTo>
                  <a:pt x="2786" y="9126"/>
                  <a:pt x="3044" y="9087"/>
                  <a:pt x="3302" y="9087"/>
                </a:cubicBezTo>
                <a:cubicBezTo>
                  <a:pt x="3636" y="9087"/>
                  <a:pt x="3971" y="9153"/>
                  <a:pt x="4287" y="9287"/>
                </a:cubicBezTo>
                <a:cubicBezTo>
                  <a:pt x="4835" y="9513"/>
                  <a:pt x="5299" y="9942"/>
                  <a:pt x="5585" y="10466"/>
                </a:cubicBezTo>
                <a:lnTo>
                  <a:pt x="5585" y="11323"/>
                </a:lnTo>
                <a:cubicBezTo>
                  <a:pt x="5585" y="11418"/>
                  <a:pt x="5656" y="11490"/>
                  <a:pt x="5752" y="11490"/>
                </a:cubicBezTo>
                <a:cubicBezTo>
                  <a:pt x="5835" y="11490"/>
                  <a:pt x="5906" y="11418"/>
                  <a:pt x="5906" y="11323"/>
                </a:cubicBezTo>
                <a:lnTo>
                  <a:pt x="5906" y="10466"/>
                </a:lnTo>
                <a:cubicBezTo>
                  <a:pt x="6192" y="9930"/>
                  <a:pt x="6656" y="9513"/>
                  <a:pt x="7204" y="9287"/>
                </a:cubicBezTo>
                <a:cubicBezTo>
                  <a:pt x="7522" y="9159"/>
                  <a:pt x="7859" y="9095"/>
                  <a:pt x="8198" y="9095"/>
                </a:cubicBezTo>
                <a:cubicBezTo>
                  <a:pt x="8456" y="9095"/>
                  <a:pt x="8714" y="9132"/>
                  <a:pt x="8966" y="9204"/>
                </a:cubicBezTo>
                <a:lnTo>
                  <a:pt x="9574" y="9811"/>
                </a:lnTo>
                <a:cubicBezTo>
                  <a:pt x="9609" y="9835"/>
                  <a:pt x="9645" y="9859"/>
                  <a:pt x="9693" y="9859"/>
                </a:cubicBezTo>
                <a:cubicBezTo>
                  <a:pt x="9740" y="9859"/>
                  <a:pt x="9776" y="9835"/>
                  <a:pt x="9812" y="9811"/>
                </a:cubicBezTo>
                <a:cubicBezTo>
                  <a:pt x="9871" y="9752"/>
                  <a:pt x="9871" y="9632"/>
                  <a:pt x="9812" y="9573"/>
                </a:cubicBezTo>
                <a:lnTo>
                  <a:pt x="9204" y="8966"/>
                </a:lnTo>
                <a:cubicBezTo>
                  <a:pt x="9026" y="8382"/>
                  <a:pt x="9050" y="7775"/>
                  <a:pt x="9288" y="7204"/>
                </a:cubicBezTo>
                <a:cubicBezTo>
                  <a:pt x="9514" y="6656"/>
                  <a:pt x="9943" y="6192"/>
                  <a:pt x="10466" y="5906"/>
                </a:cubicBezTo>
                <a:lnTo>
                  <a:pt x="11324" y="5906"/>
                </a:lnTo>
                <a:cubicBezTo>
                  <a:pt x="11419" y="5906"/>
                  <a:pt x="11490" y="5834"/>
                  <a:pt x="11490" y="5751"/>
                </a:cubicBezTo>
                <a:cubicBezTo>
                  <a:pt x="11490" y="5656"/>
                  <a:pt x="11419" y="5584"/>
                  <a:pt x="11336" y="5584"/>
                </a:cubicBezTo>
                <a:lnTo>
                  <a:pt x="10466" y="5584"/>
                </a:lnTo>
                <a:cubicBezTo>
                  <a:pt x="9931" y="5299"/>
                  <a:pt x="9514" y="4834"/>
                  <a:pt x="9288" y="4287"/>
                </a:cubicBezTo>
                <a:cubicBezTo>
                  <a:pt x="9073" y="3739"/>
                  <a:pt x="9038" y="3108"/>
                  <a:pt x="9204" y="2536"/>
                </a:cubicBezTo>
                <a:lnTo>
                  <a:pt x="9812" y="1917"/>
                </a:lnTo>
                <a:cubicBezTo>
                  <a:pt x="9871" y="1858"/>
                  <a:pt x="9871" y="1739"/>
                  <a:pt x="9812" y="1679"/>
                </a:cubicBezTo>
                <a:cubicBezTo>
                  <a:pt x="9782" y="1649"/>
                  <a:pt x="9737" y="1634"/>
                  <a:pt x="9693" y="1634"/>
                </a:cubicBezTo>
                <a:cubicBezTo>
                  <a:pt x="9648" y="1634"/>
                  <a:pt x="9603" y="1649"/>
                  <a:pt x="9574" y="1679"/>
                </a:cubicBezTo>
                <a:lnTo>
                  <a:pt x="8966" y="2298"/>
                </a:lnTo>
                <a:cubicBezTo>
                  <a:pt x="8720" y="2374"/>
                  <a:pt x="8470" y="2411"/>
                  <a:pt x="8220" y="2411"/>
                </a:cubicBezTo>
                <a:cubicBezTo>
                  <a:pt x="7877" y="2411"/>
                  <a:pt x="7535" y="2341"/>
                  <a:pt x="7204" y="2203"/>
                </a:cubicBezTo>
                <a:cubicBezTo>
                  <a:pt x="6656" y="1977"/>
                  <a:pt x="6192" y="1548"/>
                  <a:pt x="5918" y="1024"/>
                </a:cubicBezTo>
                <a:lnTo>
                  <a:pt x="5918" y="167"/>
                </a:lnTo>
                <a:cubicBezTo>
                  <a:pt x="5918" y="72"/>
                  <a:pt x="5835" y="0"/>
                  <a:pt x="5752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11439;p63"/>
          <p:cNvGrpSpPr/>
          <p:nvPr/>
        </p:nvGrpSpPr>
        <p:grpSpPr>
          <a:xfrm>
            <a:off x="1619672" y="1380514"/>
            <a:ext cx="342192" cy="327140"/>
            <a:chOff x="7441465" y="2302860"/>
            <a:chExt cx="342192" cy="327140"/>
          </a:xfrm>
        </p:grpSpPr>
        <p:sp>
          <p:nvSpPr>
            <p:cNvPr id="47" name="Google Shape;11440;p63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441;p63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49"/>
          <p:cNvSpPr txBox="1">
            <a:spLocks noGrp="1"/>
          </p:cNvSpPr>
          <p:nvPr>
            <p:ph type="ctrTitle"/>
          </p:nvPr>
        </p:nvSpPr>
        <p:spPr>
          <a:xfrm>
            <a:off x="1139124" y="582056"/>
            <a:ext cx="5737132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Спасибо за внимание</a:t>
            </a:r>
            <a:r>
              <a:rPr lang="en" dirty="0" smtClean="0"/>
              <a:t>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2547" name="Google Shape;2547;p49"/>
          <p:cNvSpPr txBox="1"/>
          <p:nvPr/>
        </p:nvSpPr>
        <p:spPr>
          <a:xfrm>
            <a:off x="2912425" y="3781775"/>
            <a:ext cx="4418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Please keep this slide for attribution &gt; </a:t>
            </a:r>
            <a:endParaRPr sz="120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71" name="Google Shape;2571;p49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server.cpp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2" name="Google Shape;2572;p49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accent3"/>
                </a:solidFill>
              </a:rPr>
              <a:t>client.cpp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5" name="Google Shape;2573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2574" name="Google Shape;2574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75" name="Google Shape;2575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76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43808" y="1347614"/>
            <a:ext cx="4259643" cy="3096344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4025</TotalTime>
  <Words>352</Words>
  <Application>Microsoft Office PowerPoint</Application>
  <PresentationFormat>Экран (16:9)</PresentationFormat>
  <Paragraphs>58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Fira Code</vt:lpstr>
      <vt:lpstr>Montserrat</vt:lpstr>
      <vt:lpstr>Programming Language Workshop for Beginners by Slidesgo</vt:lpstr>
      <vt:lpstr>Проект ‘Угадай число’ {</vt:lpstr>
      <vt:lpstr>Цели и задачи проекта</vt:lpstr>
      <vt:lpstr>Архитектура приложения {</vt:lpstr>
      <vt:lpstr>Работа ‘Server’ {</vt:lpstr>
      <vt:lpstr>Работа ‘Server’{</vt:lpstr>
      <vt:lpstr>Работа ‘Client’{</vt:lpstr>
      <vt:lpstr>Заключение{</vt:lpstr>
      <vt:lpstr>Спасибо за внимание; {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‘Угадай число’ {</dc:title>
  <cp:lastModifiedBy>Ольга</cp:lastModifiedBy>
  <cp:revision>11</cp:revision>
  <dcterms:modified xsi:type="dcterms:W3CDTF">2026-03-13T05:00:38Z</dcterms:modified>
</cp:coreProperties>
</file>